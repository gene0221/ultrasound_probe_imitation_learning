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0" r:id="rId1"/>
  </p:sldMasterIdLst>
  <p:notesMasterIdLst>
    <p:notesMasterId r:id="rId12"/>
  </p:notesMasterIdLst>
  <p:sldIdLst>
    <p:sldId id="256" r:id="rId2"/>
    <p:sldId id="265" r:id="rId3"/>
    <p:sldId id="259" r:id="rId4"/>
    <p:sldId id="258" r:id="rId5"/>
    <p:sldId id="260" r:id="rId6"/>
    <p:sldId id="261" r:id="rId7"/>
    <p:sldId id="268" r:id="rId8"/>
    <p:sldId id="269" r:id="rId9"/>
    <p:sldId id="267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E0482E-2B50-4C32-8E82-6F7AA8982CA0}" v="38" dt="2026-07-14T06:34:07.522"/>
    <p1510:client id="{5540E96C-9EBD-44C8-89F1-6B539CD5DAD2}" v="12" dt="2026-07-14T02:43:34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07" autoAdjust="0"/>
    <p:restoredTop sz="94660"/>
  </p:normalViewPr>
  <p:slideViewPr>
    <p:cSldViewPr snapToGrid="0">
      <p:cViewPr varScale="1">
        <p:scale>
          <a:sx n="83" d="100"/>
          <a:sy n="83" d="100"/>
        </p:scale>
        <p:origin x="2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灏锦 张" userId="098f73f048af6dd6" providerId="LiveId" clId="{31A13A29-9263-4783-AF75-B4F7CD59E009}"/>
    <pc:docChg chg="undo custSel addSld delSld modSld sldOrd">
      <pc:chgData name="灏锦 张" userId="098f73f048af6dd6" providerId="LiveId" clId="{31A13A29-9263-4783-AF75-B4F7CD59E009}" dt="2026-07-14T07:11:07.184" v="1351" actId="1076"/>
      <pc:docMkLst>
        <pc:docMk/>
      </pc:docMkLst>
      <pc:sldChg chg="addSp delSp modSp mod modClrScheme chgLayout">
        <pc:chgData name="灏锦 张" userId="098f73f048af6dd6" providerId="LiveId" clId="{31A13A29-9263-4783-AF75-B4F7CD59E009}" dt="2026-07-14T06:36:31.384" v="1273" actId="1076"/>
        <pc:sldMkLst>
          <pc:docMk/>
          <pc:sldMk cId="2078287190" sldId="256"/>
        </pc:sldMkLst>
        <pc:spChg chg="mod">
          <ac:chgData name="灏锦 张" userId="098f73f048af6dd6" providerId="LiveId" clId="{31A13A29-9263-4783-AF75-B4F7CD59E009}" dt="2026-07-14T02:43:33.517" v="117" actId="21"/>
          <ac:spMkLst>
            <pc:docMk/>
            <pc:sldMk cId="2078287190" sldId="256"/>
            <ac:spMk id="2" creationId="{70D76729-3D9D-4E24-B014-FA4A01DFD061}"/>
          </ac:spMkLst>
        </pc:spChg>
        <pc:spChg chg="del mod">
          <ac:chgData name="灏锦 张" userId="098f73f048af6dd6" providerId="LiveId" clId="{31A13A29-9263-4783-AF75-B4F7CD59E009}" dt="2026-07-14T02:46:20.157" v="126" actId="478"/>
          <ac:spMkLst>
            <pc:docMk/>
            <pc:sldMk cId="2078287190" sldId="256"/>
            <ac:spMk id="3" creationId="{88938D3B-5C2C-46E1-A78A-38600981814A}"/>
          </ac:spMkLst>
        </pc:spChg>
        <pc:spChg chg="mod">
          <ac:chgData name="灏锦 张" userId="098f73f048af6dd6" providerId="LiveId" clId="{31A13A29-9263-4783-AF75-B4F7CD59E009}" dt="2026-07-14T02:44:00.404" v="122" actId="1076"/>
          <ac:spMkLst>
            <pc:docMk/>
            <pc:sldMk cId="2078287190" sldId="256"/>
            <ac:spMk id="4" creationId="{AF25A555-2A7D-4838-9975-EB5476029138}"/>
          </ac:spMkLst>
        </pc:spChg>
        <pc:spChg chg="mod">
          <ac:chgData name="灏锦 张" userId="098f73f048af6dd6" providerId="LiveId" clId="{31A13A29-9263-4783-AF75-B4F7CD59E009}" dt="2026-07-14T02:44:00.404" v="122" actId="1076"/>
          <ac:spMkLst>
            <pc:docMk/>
            <pc:sldMk cId="2078287190" sldId="256"/>
            <ac:spMk id="5" creationId="{4216F447-7AAC-4587-87F7-C0290E46E3CC}"/>
          </ac:spMkLst>
        </pc:spChg>
        <pc:spChg chg="mod">
          <ac:chgData name="灏锦 张" userId="098f73f048af6dd6" providerId="LiveId" clId="{31A13A29-9263-4783-AF75-B4F7CD59E009}" dt="2026-07-14T06:36:22.241" v="1271" actId="1076"/>
          <ac:spMkLst>
            <pc:docMk/>
            <pc:sldMk cId="2078287190" sldId="256"/>
            <ac:spMk id="6" creationId="{ED24560E-84B3-4584-869B-CB453391AFC9}"/>
          </ac:spMkLst>
        </pc:spChg>
        <pc:spChg chg="mod">
          <ac:chgData name="灏锦 张" userId="098f73f048af6dd6" providerId="LiveId" clId="{31A13A29-9263-4783-AF75-B4F7CD59E009}" dt="2026-07-14T06:36:25.879" v="1272" actId="1076"/>
          <ac:spMkLst>
            <pc:docMk/>
            <pc:sldMk cId="2078287190" sldId="256"/>
            <ac:spMk id="7" creationId="{CB43A3F9-9EC3-4725-8905-F51C4E125BFE}"/>
          </ac:spMkLst>
        </pc:spChg>
        <pc:spChg chg="mod">
          <ac:chgData name="灏锦 张" userId="098f73f048af6dd6" providerId="LiveId" clId="{31A13A29-9263-4783-AF75-B4F7CD59E009}" dt="2026-07-14T06:36:31.384" v="1273" actId="1076"/>
          <ac:spMkLst>
            <pc:docMk/>
            <pc:sldMk cId="2078287190" sldId="256"/>
            <ac:spMk id="8" creationId="{64BCC636-7CBA-4304-B6C6-29A4C05AB60C}"/>
          </ac:spMkLst>
        </pc:spChg>
        <pc:spChg chg="mod">
          <ac:chgData name="灏锦 张" userId="098f73f048af6dd6" providerId="LiveId" clId="{31A13A29-9263-4783-AF75-B4F7CD59E009}" dt="2026-07-14T06:35:01.675" v="1158" actId="1076"/>
          <ac:spMkLst>
            <pc:docMk/>
            <pc:sldMk cId="2078287190" sldId="256"/>
            <ac:spMk id="9" creationId="{2B4A54F8-EE8F-4B4B-B93E-87DC3C9F8AA5}"/>
          </ac:spMkLst>
        </pc:spChg>
        <pc:spChg chg="mod">
          <ac:chgData name="灏锦 张" userId="098f73f048af6dd6" providerId="LiveId" clId="{31A13A29-9263-4783-AF75-B4F7CD59E009}" dt="2026-07-14T02:44:16.703" v="124" actId="1076"/>
          <ac:spMkLst>
            <pc:docMk/>
            <pc:sldMk cId="2078287190" sldId="256"/>
            <ac:spMk id="10" creationId="{58282621-DD4E-4D2B-8643-57BD22B2D728}"/>
          </ac:spMkLst>
        </pc:spChg>
        <pc:spChg chg="mod">
          <ac:chgData name="灏锦 张" userId="098f73f048af6dd6" providerId="LiveId" clId="{31A13A29-9263-4783-AF75-B4F7CD59E009}" dt="2026-07-14T06:36:07.924" v="1268" actId="1076"/>
          <ac:spMkLst>
            <pc:docMk/>
            <pc:sldMk cId="2078287190" sldId="256"/>
            <ac:spMk id="11" creationId="{254A60AC-355F-4134-B356-CADD9DF6B9AB}"/>
          </ac:spMkLst>
        </pc:spChg>
        <pc:spChg chg="mod">
          <ac:chgData name="灏锦 张" userId="098f73f048af6dd6" providerId="LiveId" clId="{31A13A29-9263-4783-AF75-B4F7CD59E009}" dt="2026-07-14T06:36:12.619" v="1269" actId="1076"/>
          <ac:spMkLst>
            <pc:docMk/>
            <pc:sldMk cId="2078287190" sldId="256"/>
            <ac:spMk id="12" creationId="{3FE43301-E168-468B-89B4-95029EE8826B}"/>
          </ac:spMkLst>
        </pc:spChg>
        <pc:spChg chg="mod">
          <ac:chgData name="灏锦 张" userId="098f73f048af6dd6" providerId="LiveId" clId="{31A13A29-9263-4783-AF75-B4F7CD59E009}" dt="2026-07-14T06:36:16.610" v="1270" actId="1076"/>
          <ac:spMkLst>
            <pc:docMk/>
            <pc:sldMk cId="2078287190" sldId="256"/>
            <ac:spMk id="13" creationId="{FC592A7A-AF72-40C3-8A9B-BEAF4C101A28}"/>
          </ac:spMkLst>
        </pc:spChg>
        <pc:spChg chg="mod">
          <ac:chgData name="灏锦 张" userId="098f73f048af6dd6" providerId="LiveId" clId="{31A13A29-9263-4783-AF75-B4F7CD59E009}" dt="2026-07-14T06:35:56.463" v="1266" actId="1076"/>
          <ac:spMkLst>
            <pc:docMk/>
            <pc:sldMk cId="2078287190" sldId="256"/>
            <ac:spMk id="14" creationId="{B4C10A70-51D7-4186-8F4F-3688394690D6}"/>
          </ac:spMkLst>
        </pc:spChg>
        <pc:spChg chg="mod">
          <ac:chgData name="灏锦 张" userId="098f73f048af6dd6" providerId="LiveId" clId="{31A13A29-9263-4783-AF75-B4F7CD59E009}" dt="2026-07-14T02:44:26.146" v="125" actId="1076"/>
          <ac:spMkLst>
            <pc:docMk/>
            <pc:sldMk cId="2078287190" sldId="256"/>
            <ac:spMk id="15" creationId="{BFA15047-6764-42DC-9258-3A1CFD31FACD}"/>
          </ac:spMkLst>
        </pc:spChg>
        <pc:spChg chg="mod">
          <ac:chgData name="灏锦 张" userId="098f73f048af6dd6" providerId="LiveId" clId="{31A13A29-9263-4783-AF75-B4F7CD59E009}" dt="2026-07-14T06:35:53.981" v="1264" actId="1076"/>
          <ac:spMkLst>
            <pc:docMk/>
            <pc:sldMk cId="2078287190" sldId="256"/>
            <ac:spMk id="16" creationId="{AC53D15A-8E1F-4E97-A701-1F6153CBF48C}"/>
          </ac:spMkLst>
        </pc:spChg>
        <pc:spChg chg="mod">
          <ac:chgData name="灏锦 张" userId="098f73f048af6dd6" providerId="LiveId" clId="{31A13A29-9263-4783-AF75-B4F7CD59E009}" dt="2026-07-14T06:35:52.046" v="1263" actId="1076"/>
          <ac:spMkLst>
            <pc:docMk/>
            <pc:sldMk cId="2078287190" sldId="256"/>
            <ac:spMk id="17" creationId="{4DAB3CDC-EEB3-4B25-8F28-5A4E71F7D876}"/>
          </ac:spMkLst>
        </pc:spChg>
        <pc:spChg chg="mod">
          <ac:chgData name="灏锦 张" userId="098f73f048af6dd6" providerId="LiveId" clId="{31A13A29-9263-4783-AF75-B4F7CD59E009}" dt="2026-07-14T06:35:59.396" v="1267" actId="1076"/>
          <ac:spMkLst>
            <pc:docMk/>
            <pc:sldMk cId="2078287190" sldId="256"/>
            <ac:spMk id="18" creationId="{D94B65E6-D9D0-4801-8D47-CD54D0322222}"/>
          </ac:spMkLst>
        </pc:spChg>
        <pc:spChg chg="del">
          <ac:chgData name="灏锦 张" userId="098f73f048af6dd6" providerId="LiveId" clId="{31A13A29-9263-4783-AF75-B4F7CD59E009}" dt="2026-07-14T02:44:06.434" v="123" actId="478"/>
          <ac:spMkLst>
            <pc:docMk/>
            <pc:sldMk cId="2078287190" sldId="256"/>
            <ac:spMk id="19" creationId="{155BA264-AF25-4FF9-9222-BCD72E002B1D}"/>
          </ac:spMkLst>
        </pc:spChg>
        <pc:spChg chg="del mod">
          <ac:chgData name="灏锦 张" userId="098f73f048af6dd6" providerId="LiveId" clId="{31A13A29-9263-4783-AF75-B4F7CD59E009}" dt="2026-07-14T02:43:03.522" v="108" actId="21"/>
          <ac:spMkLst>
            <pc:docMk/>
            <pc:sldMk cId="2078287190" sldId="256"/>
            <ac:spMk id="21" creationId="{ABD58E80-E5DE-4389-AC00-C43C211AE6D9}"/>
          </ac:spMkLst>
        </pc:spChg>
        <pc:spChg chg="add del mod ord">
          <ac:chgData name="灏锦 张" userId="098f73f048af6dd6" providerId="LiveId" clId="{31A13A29-9263-4783-AF75-B4F7CD59E009}" dt="2026-07-14T02:43:04.926" v="109" actId="22"/>
          <ac:spMkLst>
            <pc:docMk/>
            <pc:sldMk cId="2078287190" sldId="256"/>
            <ac:spMk id="22" creationId="{904E7B9C-CBDC-D1BF-4B89-29173EB67F53}"/>
          </ac:spMkLst>
        </pc:spChg>
        <pc:spChg chg="add mod ord">
          <ac:chgData name="灏锦 张" userId="098f73f048af6dd6" providerId="LiveId" clId="{31A13A29-9263-4783-AF75-B4F7CD59E009}" dt="2026-07-14T02:43:34.608" v="118"/>
          <ac:spMkLst>
            <pc:docMk/>
            <pc:sldMk cId="2078287190" sldId="256"/>
            <ac:spMk id="23" creationId="{4DEBB63F-0B4E-A47A-76AF-B683FA250E74}"/>
          </ac:spMkLst>
        </pc:spChg>
        <pc:spChg chg="add mod">
          <ac:chgData name="灏锦 张" userId="098f73f048af6dd6" providerId="LiveId" clId="{31A13A29-9263-4783-AF75-B4F7CD59E009}" dt="2026-07-14T02:47:07.136" v="205" actId="403"/>
          <ac:spMkLst>
            <pc:docMk/>
            <pc:sldMk cId="2078287190" sldId="256"/>
            <ac:spMk id="25" creationId="{CE36B438-48EE-47BE-31C3-10E440AA5DFC}"/>
          </ac:spMkLst>
        </pc:spChg>
      </pc:sldChg>
      <pc:sldChg chg="addSp delSp modSp del mod">
        <pc:chgData name="灏锦 张" userId="098f73f048af6dd6" providerId="LiveId" clId="{31A13A29-9263-4783-AF75-B4F7CD59E009}" dt="2026-07-14T03:16:47.036" v="351" actId="2696"/>
        <pc:sldMkLst>
          <pc:docMk/>
          <pc:sldMk cId="317729940" sldId="257"/>
        </pc:sldMkLst>
        <pc:spChg chg="del mod">
          <ac:chgData name="灏锦 张" userId="098f73f048af6dd6" providerId="LiveId" clId="{31A13A29-9263-4783-AF75-B4F7CD59E009}" dt="2026-07-14T03:15:47.074" v="339" actId="21"/>
          <ac:spMkLst>
            <pc:docMk/>
            <pc:sldMk cId="317729940" sldId="257"/>
            <ac:spMk id="3" creationId="{94578870-DEFA-4E80-BA14-3450DC5DECA2}"/>
          </ac:spMkLst>
        </pc:spChg>
        <pc:spChg chg="del mod">
          <ac:chgData name="灏锦 张" userId="098f73f048af6dd6" providerId="LiveId" clId="{31A13A29-9263-4783-AF75-B4F7CD59E009}" dt="2026-07-14T03:15:47.074" v="339" actId="21"/>
          <ac:spMkLst>
            <pc:docMk/>
            <pc:sldMk cId="317729940" sldId="257"/>
            <ac:spMk id="4" creationId="{D3EDA306-A77C-435F-B6CE-415B6D2BD2A7}"/>
          </ac:spMkLst>
        </pc:spChg>
        <pc:spChg chg="del mod">
          <ac:chgData name="灏锦 张" userId="098f73f048af6dd6" providerId="LiveId" clId="{31A13A29-9263-4783-AF75-B4F7CD59E009}" dt="2026-07-14T03:15:47.074" v="339" actId="21"/>
          <ac:spMkLst>
            <pc:docMk/>
            <pc:sldMk cId="317729940" sldId="257"/>
            <ac:spMk id="5" creationId="{7901011B-6AC9-42A8-9634-507CFF53A806}"/>
          </ac:spMkLst>
        </pc:spChg>
        <pc:spChg chg="del mod">
          <ac:chgData name="灏锦 张" userId="098f73f048af6dd6" providerId="LiveId" clId="{31A13A29-9263-4783-AF75-B4F7CD59E009}" dt="2026-07-14T03:15:47.074" v="339" actId="21"/>
          <ac:spMkLst>
            <pc:docMk/>
            <pc:sldMk cId="317729940" sldId="257"/>
            <ac:spMk id="6" creationId="{13FEE287-AB9C-497F-9F4B-EFAE7F332AEF}"/>
          </ac:spMkLst>
        </pc:spChg>
        <pc:spChg chg="del mod">
          <ac:chgData name="灏锦 张" userId="098f73f048af6dd6" providerId="LiveId" clId="{31A13A29-9263-4783-AF75-B4F7CD59E009}" dt="2026-07-14T03:15:47.074" v="339" actId="21"/>
          <ac:spMkLst>
            <pc:docMk/>
            <pc:sldMk cId="317729940" sldId="257"/>
            <ac:spMk id="7" creationId="{18AABBBC-58AE-4893-A631-DC0E6D062FBF}"/>
          </ac:spMkLst>
        </pc:spChg>
        <pc:spChg chg="del mod">
          <ac:chgData name="灏锦 张" userId="098f73f048af6dd6" providerId="LiveId" clId="{31A13A29-9263-4783-AF75-B4F7CD59E009}" dt="2026-07-14T03:16:08.973" v="348" actId="21"/>
          <ac:spMkLst>
            <pc:docMk/>
            <pc:sldMk cId="317729940" sldId="257"/>
            <ac:spMk id="8" creationId="{B2EE6658-0797-4E87-AAF3-A538FD24CF97}"/>
          </ac:spMkLst>
        </pc:spChg>
        <pc:spChg chg="del mod">
          <ac:chgData name="灏锦 张" userId="098f73f048af6dd6" providerId="LiveId" clId="{31A13A29-9263-4783-AF75-B4F7CD59E009}" dt="2026-07-14T03:16:08.973" v="348" actId="21"/>
          <ac:spMkLst>
            <pc:docMk/>
            <pc:sldMk cId="317729940" sldId="257"/>
            <ac:spMk id="9" creationId="{B800097A-C27D-472B-9B80-11A66FC9938C}"/>
          </ac:spMkLst>
        </pc:spChg>
        <pc:spChg chg="del mod">
          <ac:chgData name="灏锦 张" userId="098f73f048af6dd6" providerId="LiveId" clId="{31A13A29-9263-4783-AF75-B4F7CD59E009}" dt="2026-07-14T03:16:08.973" v="348" actId="21"/>
          <ac:spMkLst>
            <pc:docMk/>
            <pc:sldMk cId="317729940" sldId="257"/>
            <ac:spMk id="10" creationId="{5E618CA1-D17A-4678-942E-78651D52F59B}"/>
          </ac:spMkLst>
        </pc:spChg>
        <pc:spChg chg="del mod">
          <ac:chgData name="灏锦 张" userId="098f73f048af6dd6" providerId="LiveId" clId="{31A13A29-9263-4783-AF75-B4F7CD59E009}" dt="2026-07-14T03:16:08.973" v="348" actId="21"/>
          <ac:spMkLst>
            <pc:docMk/>
            <pc:sldMk cId="317729940" sldId="257"/>
            <ac:spMk id="11" creationId="{B6C7E603-7C7D-406E-A8B7-3D9FA0348741}"/>
          </ac:spMkLst>
        </pc:spChg>
        <pc:spChg chg="del mod">
          <ac:chgData name="灏锦 张" userId="098f73f048af6dd6" providerId="LiveId" clId="{31A13A29-9263-4783-AF75-B4F7CD59E009}" dt="2026-07-14T03:16:08.973" v="348" actId="21"/>
          <ac:spMkLst>
            <pc:docMk/>
            <pc:sldMk cId="317729940" sldId="257"/>
            <ac:spMk id="12" creationId="{542413B4-F663-466A-B503-1D198D253B4E}"/>
          </ac:spMkLst>
        </pc:spChg>
        <pc:spChg chg="del">
          <ac:chgData name="灏锦 张" userId="098f73f048af6dd6" providerId="LiveId" clId="{31A13A29-9263-4783-AF75-B4F7CD59E009}" dt="2026-07-14T03:12:43.219" v="317" actId="21"/>
          <ac:spMkLst>
            <pc:docMk/>
            <pc:sldMk cId="317729940" sldId="257"/>
            <ac:spMk id="13" creationId="{B9540115-CD7E-4F04-8A98-B4D7E8C0C712}"/>
          </ac:spMkLst>
        </pc:spChg>
        <pc:spChg chg="del">
          <ac:chgData name="灏锦 张" userId="098f73f048af6dd6" providerId="LiveId" clId="{31A13A29-9263-4783-AF75-B4F7CD59E009}" dt="2026-07-14T03:12:43.219" v="317" actId="21"/>
          <ac:spMkLst>
            <pc:docMk/>
            <pc:sldMk cId="317729940" sldId="257"/>
            <ac:spMk id="14" creationId="{4D2D1DD8-EE02-4FB8-91BB-EBD51CA68D11}"/>
          </ac:spMkLst>
        </pc:spChg>
        <pc:spChg chg="del">
          <ac:chgData name="灏锦 张" userId="098f73f048af6dd6" providerId="LiveId" clId="{31A13A29-9263-4783-AF75-B4F7CD59E009}" dt="2026-07-14T03:12:43.219" v="317" actId="21"/>
          <ac:spMkLst>
            <pc:docMk/>
            <pc:sldMk cId="317729940" sldId="257"/>
            <ac:spMk id="15" creationId="{A5AA9E24-CA9D-4641-8326-495CDD81CDF8}"/>
          </ac:spMkLst>
        </pc:spChg>
        <pc:spChg chg="add del">
          <ac:chgData name="灏锦 张" userId="098f73f048af6dd6" providerId="LiveId" clId="{31A13A29-9263-4783-AF75-B4F7CD59E009}" dt="2026-07-14T03:12:43.219" v="317" actId="21"/>
          <ac:spMkLst>
            <pc:docMk/>
            <pc:sldMk cId="317729940" sldId="257"/>
            <ac:spMk id="16" creationId="{5D1D51EB-4C5D-4E97-BCCA-C203DF82BE7B}"/>
          </ac:spMkLst>
        </pc:spChg>
        <pc:spChg chg="add del">
          <ac:chgData name="灏锦 张" userId="098f73f048af6dd6" providerId="LiveId" clId="{31A13A29-9263-4783-AF75-B4F7CD59E009}" dt="2026-07-14T03:12:43.219" v="317" actId="21"/>
          <ac:spMkLst>
            <pc:docMk/>
            <pc:sldMk cId="317729940" sldId="257"/>
            <ac:spMk id="17" creationId="{AC6A0549-C594-42D7-810E-D303E48A74BB}"/>
          </ac:spMkLst>
        </pc:spChg>
        <pc:spChg chg="add del">
          <ac:chgData name="灏锦 张" userId="098f73f048af6dd6" providerId="LiveId" clId="{31A13A29-9263-4783-AF75-B4F7CD59E009}" dt="2026-07-14T03:12:43.219" v="317" actId="21"/>
          <ac:spMkLst>
            <pc:docMk/>
            <pc:sldMk cId="317729940" sldId="257"/>
            <ac:spMk id="18" creationId="{57063021-8926-4F01-913D-51E8AABC35C1}"/>
          </ac:spMkLst>
        </pc:spChg>
        <pc:spChg chg="add del">
          <ac:chgData name="灏锦 张" userId="098f73f048af6dd6" providerId="LiveId" clId="{31A13A29-9263-4783-AF75-B4F7CD59E009}" dt="2026-07-14T03:12:43.219" v="317" actId="21"/>
          <ac:spMkLst>
            <pc:docMk/>
            <pc:sldMk cId="317729940" sldId="257"/>
            <ac:spMk id="19" creationId="{AD450B85-3CA7-454C-8267-1C612E984C0F}"/>
          </ac:spMkLst>
        </pc:spChg>
        <pc:spChg chg="add del">
          <ac:chgData name="灏锦 张" userId="098f73f048af6dd6" providerId="LiveId" clId="{31A13A29-9263-4783-AF75-B4F7CD59E009}" dt="2026-07-14T03:12:43.219" v="317" actId="21"/>
          <ac:spMkLst>
            <pc:docMk/>
            <pc:sldMk cId="317729940" sldId="257"/>
            <ac:spMk id="20" creationId="{12A4242B-BB79-4419-A35C-04431C5550F5}"/>
          </ac:spMkLst>
        </pc:spChg>
        <pc:spChg chg="add del">
          <ac:chgData name="灏锦 张" userId="098f73f048af6dd6" providerId="LiveId" clId="{31A13A29-9263-4783-AF75-B4F7CD59E009}" dt="2026-07-14T03:12:43.219" v="317" actId="21"/>
          <ac:spMkLst>
            <pc:docMk/>
            <pc:sldMk cId="317729940" sldId="257"/>
            <ac:spMk id="21" creationId="{5431AD26-A264-414E-BEAF-F746B4600757}"/>
          </ac:spMkLst>
        </pc:spChg>
        <pc:spChg chg="add del">
          <ac:chgData name="灏锦 张" userId="098f73f048af6dd6" providerId="LiveId" clId="{31A13A29-9263-4783-AF75-B4F7CD59E009}" dt="2026-07-14T03:12:43.219" v="317" actId="21"/>
          <ac:spMkLst>
            <pc:docMk/>
            <pc:sldMk cId="317729940" sldId="257"/>
            <ac:spMk id="22" creationId="{1C58DF3B-6525-4D7B-AC97-16C125311DF3}"/>
          </ac:spMkLst>
        </pc:spChg>
        <pc:spChg chg="mod">
          <ac:chgData name="灏锦 张" userId="098f73f048af6dd6" providerId="LiveId" clId="{31A13A29-9263-4783-AF75-B4F7CD59E009}" dt="2026-07-14T02:33:49.547" v="86" actId="1076"/>
          <ac:spMkLst>
            <pc:docMk/>
            <pc:sldMk cId="317729940" sldId="257"/>
            <ac:spMk id="23" creationId="{C95B608F-A29F-43C9-9E96-A876777796F5}"/>
          </ac:spMkLst>
        </pc:spChg>
        <pc:spChg chg="mod">
          <ac:chgData name="灏锦 张" userId="098f73f048af6dd6" providerId="LiveId" clId="{31A13A29-9263-4783-AF75-B4F7CD59E009}" dt="2026-07-14T02:33:54.162" v="87" actId="1076"/>
          <ac:spMkLst>
            <pc:docMk/>
            <pc:sldMk cId="317729940" sldId="257"/>
            <ac:spMk id="24" creationId="{F81E276C-956F-45E7-9717-E0F34D7B77E2}"/>
          </ac:spMkLst>
        </pc:spChg>
        <pc:spChg chg="del mod">
          <ac:chgData name="灏锦 张" userId="098f73f048af6dd6" providerId="LiveId" clId="{31A13A29-9263-4783-AF75-B4F7CD59E009}" dt="2026-07-14T03:14:38.492" v="327" actId="21"/>
          <ac:spMkLst>
            <pc:docMk/>
            <pc:sldMk cId="317729940" sldId="257"/>
            <ac:spMk id="27" creationId="{EE301B2E-79D5-4F4E-9974-DFA4FD843F83}"/>
          </ac:spMkLst>
        </pc:spChg>
        <pc:picChg chg="add del mod">
          <ac:chgData name="灏锦 张" userId="098f73f048af6dd6" providerId="LiveId" clId="{31A13A29-9263-4783-AF75-B4F7CD59E009}" dt="2026-07-14T03:14:52.804" v="331" actId="21"/>
          <ac:picMkLst>
            <pc:docMk/>
            <pc:sldMk cId="317729940" sldId="257"/>
            <ac:picMk id="29" creationId="{E0A4AD6E-8E0B-7396-5C2B-8022D849D0EE}"/>
          </ac:picMkLst>
        </pc:picChg>
      </pc:sldChg>
      <pc:sldChg chg="delSp modSp mod">
        <pc:chgData name="灏锦 张" userId="098f73f048af6dd6" providerId="LiveId" clId="{31A13A29-9263-4783-AF75-B4F7CD59E009}" dt="2026-07-14T03:26:23.622" v="380" actId="1076"/>
        <pc:sldMkLst>
          <pc:docMk/>
          <pc:sldMk cId="597818773" sldId="258"/>
        </pc:sldMkLst>
        <pc:spChg chg="del">
          <ac:chgData name="灏锦 张" userId="098f73f048af6dd6" providerId="LiveId" clId="{31A13A29-9263-4783-AF75-B4F7CD59E009}" dt="2026-07-14T03:17:55.855" v="355" actId="478"/>
          <ac:spMkLst>
            <pc:docMk/>
            <pc:sldMk cId="597818773" sldId="258"/>
            <ac:spMk id="2" creationId="{366117A2-8289-43EC-98F2-150F8C81EF42}"/>
          </ac:spMkLst>
        </pc:spChg>
        <pc:spChg chg="mod">
          <ac:chgData name="灏锦 张" userId="098f73f048af6dd6" providerId="LiveId" clId="{31A13A29-9263-4783-AF75-B4F7CD59E009}" dt="2026-07-14T03:18:52.043" v="368" actId="1076"/>
          <ac:spMkLst>
            <pc:docMk/>
            <pc:sldMk cId="597818773" sldId="258"/>
            <ac:spMk id="14" creationId="{92323F38-2A93-4AF7-A423-743CB69FDEDA}"/>
          </ac:spMkLst>
        </pc:spChg>
        <pc:spChg chg="mod">
          <ac:chgData name="灏锦 张" userId="098f73f048af6dd6" providerId="LiveId" clId="{31A13A29-9263-4783-AF75-B4F7CD59E009}" dt="2026-07-14T03:20:32.024" v="373" actId="1076"/>
          <ac:spMkLst>
            <pc:docMk/>
            <pc:sldMk cId="597818773" sldId="258"/>
            <ac:spMk id="24" creationId="{05485961-3ECF-4D7F-B16D-F8F25A5FA112}"/>
          </ac:spMkLst>
        </pc:spChg>
        <pc:spChg chg="mod">
          <ac:chgData name="灏锦 张" userId="098f73f048af6dd6" providerId="LiveId" clId="{31A13A29-9263-4783-AF75-B4F7CD59E009}" dt="2026-07-14T03:26:23.622" v="380" actId="1076"/>
          <ac:spMkLst>
            <pc:docMk/>
            <pc:sldMk cId="597818773" sldId="258"/>
            <ac:spMk id="27" creationId="{62C046B0-101D-4D85-BCB2-00F19C772CCC}"/>
          </ac:spMkLst>
        </pc:spChg>
        <pc:spChg chg="mod">
          <ac:chgData name="灏锦 张" userId="098f73f048af6dd6" providerId="LiveId" clId="{31A13A29-9263-4783-AF75-B4F7CD59E009}" dt="2026-07-14T03:26:23.622" v="380" actId="1076"/>
          <ac:spMkLst>
            <pc:docMk/>
            <pc:sldMk cId="597818773" sldId="258"/>
            <ac:spMk id="29" creationId="{53C6C800-D709-4824-88B2-99F688C78AA0}"/>
          </ac:spMkLst>
        </pc:spChg>
        <pc:spChg chg="mod">
          <ac:chgData name="灏锦 张" userId="098f73f048af6dd6" providerId="LiveId" clId="{31A13A29-9263-4783-AF75-B4F7CD59E009}" dt="2026-07-14T03:26:23.622" v="380" actId="1076"/>
          <ac:spMkLst>
            <pc:docMk/>
            <pc:sldMk cId="597818773" sldId="258"/>
            <ac:spMk id="31" creationId="{C99D1801-F0E1-43BE-A0AA-6E7912781B18}"/>
          </ac:spMkLst>
        </pc:spChg>
        <pc:spChg chg="mod">
          <ac:chgData name="灏锦 张" userId="098f73f048af6dd6" providerId="LiveId" clId="{31A13A29-9263-4783-AF75-B4F7CD59E009}" dt="2026-07-14T03:26:23.622" v="380" actId="1076"/>
          <ac:spMkLst>
            <pc:docMk/>
            <pc:sldMk cId="597818773" sldId="258"/>
            <ac:spMk id="32" creationId="{76C608B5-B143-42CF-9C42-B2B30D2AB0BA}"/>
          </ac:spMkLst>
        </pc:spChg>
        <pc:spChg chg="mod">
          <ac:chgData name="灏锦 张" userId="098f73f048af6dd6" providerId="LiveId" clId="{31A13A29-9263-4783-AF75-B4F7CD59E009}" dt="2026-07-14T03:26:23.622" v="380" actId="1076"/>
          <ac:spMkLst>
            <pc:docMk/>
            <pc:sldMk cId="597818773" sldId="258"/>
            <ac:spMk id="35" creationId="{4BBE04B4-86D3-4966-B8A4-B6857B0CA576}"/>
          </ac:spMkLst>
        </pc:spChg>
        <pc:spChg chg="mod">
          <ac:chgData name="灏锦 张" userId="098f73f048af6dd6" providerId="LiveId" clId="{31A13A29-9263-4783-AF75-B4F7CD59E009}" dt="2026-07-14T03:26:23.622" v="380" actId="1076"/>
          <ac:spMkLst>
            <pc:docMk/>
            <pc:sldMk cId="597818773" sldId="258"/>
            <ac:spMk id="39" creationId="{22C0BF88-8583-42B2-9BFB-7E638CC71AB6}"/>
          </ac:spMkLst>
        </pc:spChg>
        <pc:spChg chg="mod">
          <ac:chgData name="灏锦 张" userId="098f73f048af6dd6" providerId="LiveId" clId="{31A13A29-9263-4783-AF75-B4F7CD59E009}" dt="2026-07-14T03:20:32.024" v="373" actId="1076"/>
          <ac:spMkLst>
            <pc:docMk/>
            <pc:sldMk cId="597818773" sldId="258"/>
            <ac:spMk id="42" creationId="{2CE37F6A-AE5D-4A35-B1BD-DB7387020C6B}"/>
          </ac:spMkLst>
        </pc:spChg>
        <pc:spChg chg="mod">
          <ac:chgData name="灏锦 张" userId="098f73f048af6dd6" providerId="LiveId" clId="{31A13A29-9263-4783-AF75-B4F7CD59E009}" dt="2026-07-14T03:26:23.622" v="380" actId="1076"/>
          <ac:spMkLst>
            <pc:docMk/>
            <pc:sldMk cId="597818773" sldId="258"/>
            <ac:spMk id="43" creationId="{B94CB88D-D34E-44AE-B31D-9A5E4627D48F}"/>
          </ac:spMkLst>
        </pc:spChg>
        <pc:spChg chg="mod">
          <ac:chgData name="灏锦 张" userId="098f73f048af6dd6" providerId="LiveId" clId="{31A13A29-9263-4783-AF75-B4F7CD59E009}" dt="2026-07-14T03:26:23.622" v="380" actId="1076"/>
          <ac:spMkLst>
            <pc:docMk/>
            <pc:sldMk cId="597818773" sldId="258"/>
            <ac:spMk id="44" creationId="{DE02E65F-20C2-4098-B5A6-7D3A8DBAB942}"/>
          </ac:spMkLst>
        </pc:spChg>
        <pc:spChg chg="del">
          <ac:chgData name="灏锦 张" userId="098f73f048af6dd6" providerId="LiveId" clId="{31A13A29-9263-4783-AF75-B4F7CD59E009}" dt="2026-07-14T03:20:13.202" v="370" actId="478"/>
          <ac:spMkLst>
            <pc:docMk/>
            <pc:sldMk cId="597818773" sldId="258"/>
            <ac:spMk id="48" creationId="{C3BCB8BF-1CF9-4D50-9E62-1FE9A6EBCE34}"/>
          </ac:spMkLst>
        </pc:spChg>
        <pc:spChg chg="mod">
          <ac:chgData name="灏锦 张" userId="098f73f048af6dd6" providerId="LiveId" clId="{31A13A29-9263-4783-AF75-B4F7CD59E009}" dt="2026-07-14T03:26:23.622" v="380" actId="1076"/>
          <ac:spMkLst>
            <pc:docMk/>
            <pc:sldMk cId="597818773" sldId="258"/>
            <ac:spMk id="49" creationId="{129CE7BA-20FD-4D3E-BF08-A360A8468CCD}"/>
          </ac:spMkLst>
        </pc:spChg>
        <pc:spChg chg="mod">
          <ac:chgData name="灏锦 张" userId="098f73f048af6dd6" providerId="LiveId" clId="{31A13A29-9263-4783-AF75-B4F7CD59E009}" dt="2026-07-14T03:26:23.622" v="380" actId="1076"/>
          <ac:spMkLst>
            <pc:docMk/>
            <pc:sldMk cId="597818773" sldId="258"/>
            <ac:spMk id="51" creationId="{8ABB7431-A1D6-47F6-9232-8C0A33844006}"/>
          </ac:spMkLst>
        </pc:spChg>
        <pc:spChg chg="mod">
          <ac:chgData name="灏锦 张" userId="098f73f048af6dd6" providerId="LiveId" clId="{31A13A29-9263-4783-AF75-B4F7CD59E009}" dt="2026-07-14T03:18:51.649" v="367" actId="1076"/>
          <ac:spMkLst>
            <pc:docMk/>
            <pc:sldMk cId="597818773" sldId="258"/>
            <ac:spMk id="52" creationId="{9B8DC019-05A6-41C3-97C2-214D63F25DF2}"/>
          </ac:spMkLst>
        </pc:spChg>
      </pc:sldChg>
      <pc:sldChg chg="modSp mod ord">
        <pc:chgData name="灏锦 张" userId="098f73f048af6dd6" providerId="LiveId" clId="{31A13A29-9263-4783-AF75-B4F7CD59E009}" dt="2026-07-14T03:18:41.152" v="364" actId="1076"/>
        <pc:sldMkLst>
          <pc:docMk/>
          <pc:sldMk cId="402178637" sldId="259"/>
        </pc:sldMkLst>
        <pc:spChg chg="mod">
          <ac:chgData name="灏锦 张" userId="098f73f048af6dd6" providerId="LiveId" clId="{31A13A29-9263-4783-AF75-B4F7CD59E009}" dt="2026-07-14T03:18:41.152" v="364" actId="1076"/>
          <ac:spMkLst>
            <pc:docMk/>
            <pc:sldMk cId="402178637" sldId="259"/>
            <ac:spMk id="3" creationId="{B711E10F-B249-46FA-A5CC-EB46A010B8C8}"/>
          </ac:spMkLst>
        </pc:spChg>
      </pc:sldChg>
      <pc:sldChg chg="addSp delSp modSp mod">
        <pc:chgData name="灏锦 张" userId="098f73f048af6dd6" providerId="LiveId" clId="{31A13A29-9263-4783-AF75-B4F7CD59E009}" dt="2026-07-14T07:11:07.184" v="1351" actId="1076"/>
        <pc:sldMkLst>
          <pc:docMk/>
          <pc:sldMk cId="1486154456" sldId="260"/>
        </pc:sldMkLst>
        <pc:spChg chg="mod">
          <ac:chgData name="灏锦 张" userId="098f73f048af6dd6" providerId="LiveId" clId="{31A13A29-9263-4783-AF75-B4F7CD59E009}" dt="2026-07-14T06:44:28.907" v="1339" actId="1076"/>
          <ac:spMkLst>
            <pc:docMk/>
            <pc:sldMk cId="1486154456" sldId="260"/>
            <ac:spMk id="2" creationId="{CE3EE521-F560-4DFB-BBC9-5215A279A60F}"/>
          </ac:spMkLst>
        </pc:spChg>
        <pc:spChg chg="del">
          <ac:chgData name="灏锦 张" userId="098f73f048af6dd6" providerId="LiveId" clId="{31A13A29-9263-4783-AF75-B4F7CD59E009}" dt="2026-07-14T06:44:24.434" v="1336" actId="478"/>
          <ac:spMkLst>
            <pc:docMk/>
            <pc:sldMk cId="1486154456" sldId="260"/>
            <ac:spMk id="3" creationId="{BBBC3A6E-153E-4563-95B7-34381231767E}"/>
          </ac:spMkLst>
        </pc:spChg>
        <pc:spChg chg="del">
          <ac:chgData name="灏锦 张" userId="098f73f048af6dd6" providerId="LiveId" clId="{31A13A29-9263-4783-AF75-B4F7CD59E009}" dt="2026-07-14T06:44:26.542" v="1337" actId="478"/>
          <ac:spMkLst>
            <pc:docMk/>
            <pc:sldMk cId="1486154456" sldId="260"/>
            <ac:spMk id="4" creationId="{88914041-68E7-4EAB-98D3-9FE75B89AD45}"/>
          </ac:spMkLst>
        </pc:spChg>
        <pc:spChg chg="del">
          <ac:chgData name="灏锦 张" userId="098f73f048af6dd6" providerId="LiveId" clId="{31A13A29-9263-4783-AF75-B4F7CD59E009}" dt="2026-07-14T06:44:26.542" v="1337" actId="478"/>
          <ac:spMkLst>
            <pc:docMk/>
            <pc:sldMk cId="1486154456" sldId="260"/>
            <ac:spMk id="5" creationId="{D06010EB-ADD7-4258-A6FA-60B94696EFBD}"/>
          </ac:spMkLst>
        </pc:spChg>
        <pc:spChg chg="del">
          <ac:chgData name="灏锦 张" userId="098f73f048af6dd6" providerId="LiveId" clId="{31A13A29-9263-4783-AF75-B4F7CD59E009}" dt="2026-07-14T06:44:31.338" v="1341" actId="478"/>
          <ac:spMkLst>
            <pc:docMk/>
            <pc:sldMk cId="1486154456" sldId="260"/>
            <ac:spMk id="6" creationId="{F5E762E4-AD54-4C88-941C-DD84CD535535}"/>
          </ac:spMkLst>
        </pc:spChg>
        <pc:spChg chg="del">
          <ac:chgData name="灏锦 张" userId="098f73f048af6dd6" providerId="LiveId" clId="{31A13A29-9263-4783-AF75-B4F7CD59E009}" dt="2026-07-14T06:44:30.871" v="1340" actId="478"/>
          <ac:spMkLst>
            <pc:docMk/>
            <pc:sldMk cId="1486154456" sldId="260"/>
            <ac:spMk id="7" creationId="{35D92C6F-4471-4C7E-AF6C-6C8A369E8E79}"/>
          </ac:spMkLst>
        </pc:spChg>
        <pc:spChg chg="del">
          <ac:chgData name="灏锦 张" userId="098f73f048af6dd6" providerId="LiveId" clId="{31A13A29-9263-4783-AF75-B4F7CD59E009}" dt="2026-07-14T06:44:30.871" v="1340" actId="478"/>
          <ac:spMkLst>
            <pc:docMk/>
            <pc:sldMk cId="1486154456" sldId="260"/>
            <ac:spMk id="8" creationId="{8AE58640-8172-49BE-A758-67C8C5BA6BC5}"/>
          </ac:spMkLst>
        </pc:spChg>
        <pc:spChg chg="del">
          <ac:chgData name="灏锦 张" userId="098f73f048af6dd6" providerId="LiveId" clId="{31A13A29-9263-4783-AF75-B4F7CD59E009}" dt="2026-07-14T06:44:30.871" v="1340" actId="478"/>
          <ac:spMkLst>
            <pc:docMk/>
            <pc:sldMk cId="1486154456" sldId="260"/>
            <ac:spMk id="10" creationId="{CD4B76BE-91DB-400E-B692-B45753EC436D}"/>
          </ac:spMkLst>
        </pc:spChg>
        <pc:spChg chg="mod">
          <ac:chgData name="灏锦 张" userId="098f73f048af6dd6" providerId="LiveId" clId="{31A13A29-9263-4783-AF75-B4F7CD59E009}" dt="2026-07-14T03:27:25.348" v="403" actId="1076"/>
          <ac:spMkLst>
            <pc:docMk/>
            <pc:sldMk cId="1486154456" sldId="260"/>
            <ac:spMk id="11" creationId="{61DBB596-CF99-4A7C-9306-25709683472E}"/>
          </ac:spMkLst>
        </pc:spChg>
        <pc:picChg chg="add mod">
          <ac:chgData name="灏锦 张" userId="098f73f048af6dd6" providerId="LiveId" clId="{31A13A29-9263-4783-AF75-B4F7CD59E009}" dt="2026-07-14T07:11:05.978" v="1350" actId="1076"/>
          <ac:picMkLst>
            <pc:docMk/>
            <pc:sldMk cId="1486154456" sldId="260"/>
            <ac:picMk id="4" creationId="{2C39F7FB-397A-0AB5-2EA2-36B15DFF0169}"/>
          </ac:picMkLst>
        </pc:picChg>
        <pc:picChg chg="add mod">
          <ac:chgData name="灏锦 张" userId="098f73f048af6dd6" providerId="LiveId" clId="{31A13A29-9263-4783-AF75-B4F7CD59E009}" dt="2026-07-14T07:11:07.184" v="1351" actId="1076"/>
          <ac:picMkLst>
            <pc:docMk/>
            <pc:sldMk cId="1486154456" sldId="260"/>
            <ac:picMk id="13" creationId="{DA9FA885-9EE1-8C2F-4F0D-A6A74BDA9016}"/>
          </ac:picMkLst>
        </pc:picChg>
      </pc:sldChg>
      <pc:sldChg chg="addSp delSp modSp mod">
        <pc:chgData name="灏锦 张" userId="098f73f048af6dd6" providerId="LiveId" clId="{31A13A29-9263-4783-AF75-B4F7CD59E009}" dt="2026-07-14T06:43:54.492" v="1335" actId="20577"/>
        <pc:sldMkLst>
          <pc:docMk/>
          <pc:sldMk cId="133659537" sldId="261"/>
        </pc:sldMkLst>
        <pc:spChg chg="del">
          <ac:chgData name="灏锦 张" userId="098f73f048af6dd6" providerId="LiveId" clId="{31A13A29-9263-4783-AF75-B4F7CD59E009}" dt="2026-07-14T03:42:17.369" v="410" actId="478"/>
          <ac:spMkLst>
            <pc:docMk/>
            <pc:sldMk cId="133659537" sldId="261"/>
            <ac:spMk id="3" creationId="{14084BB9-4003-49C7-BD09-2680573E9CE2}"/>
          </ac:spMkLst>
        </pc:spChg>
        <pc:spChg chg="del">
          <ac:chgData name="灏锦 张" userId="098f73f048af6dd6" providerId="LiveId" clId="{31A13A29-9263-4783-AF75-B4F7CD59E009}" dt="2026-07-14T03:42:17.369" v="410" actId="478"/>
          <ac:spMkLst>
            <pc:docMk/>
            <pc:sldMk cId="133659537" sldId="261"/>
            <ac:spMk id="4" creationId="{E8219A5A-A955-4520-A3D0-A4807F7A3824}"/>
          </ac:spMkLst>
        </pc:spChg>
        <pc:spChg chg="del">
          <ac:chgData name="灏锦 张" userId="098f73f048af6dd6" providerId="LiveId" clId="{31A13A29-9263-4783-AF75-B4F7CD59E009}" dt="2026-07-14T03:42:17.369" v="410" actId="478"/>
          <ac:spMkLst>
            <pc:docMk/>
            <pc:sldMk cId="133659537" sldId="261"/>
            <ac:spMk id="5" creationId="{B6426428-B1D8-4F39-9F33-07A9A3C00833}"/>
          </ac:spMkLst>
        </pc:spChg>
        <pc:spChg chg="del">
          <ac:chgData name="灏锦 张" userId="098f73f048af6dd6" providerId="LiveId" clId="{31A13A29-9263-4783-AF75-B4F7CD59E009}" dt="2026-07-14T03:42:17.369" v="410" actId="478"/>
          <ac:spMkLst>
            <pc:docMk/>
            <pc:sldMk cId="133659537" sldId="261"/>
            <ac:spMk id="6" creationId="{5A91644B-CE36-4DAE-8193-44213D632FA6}"/>
          </ac:spMkLst>
        </pc:spChg>
        <pc:spChg chg="mod">
          <ac:chgData name="灏锦 张" userId="098f73f048af6dd6" providerId="LiveId" clId="{31A13A29-9263-4783-AF75-B4F7CD59E009}" dt="2026-07-14T03:42:25.711" v="413" actId="1076"/>
          <ac:spMkLst>
            <pc:docMk/>
            <pc:sldMk cId="133659537" sldId="261"/>
            <ac:spMk id="7" creationId="{AD196CD4-8E89-49E6-97D5-A87AD0C0B84C}"/>
          </ac:spMkLst>
        </pc:spChg>
        <pc:spChg chg="mod">
          <ac:chgData name="灏锦 张" userId="098f73f048af6dd6" providerId="LiveId" clId="{31A13A29-9263-4783-AF75-B4F7CD59E009}" dt="2026-07-14T03:42:25.711" v="413" actId="1076"/>
          <ac:spMkLst>
            <pc:docMk/>
            <pc:sldMk cId="133659537" sldId="261"/>
            <ac:spMk id="8" creationId="{48E448BB-2DA2-4F74-B1ED-C2C454C88F9D}"/>
          </ac:spMkLst>
        </pc:spChg>
        <pc:spChg chg="mod">
          <ac:chgData name="灏锦 张" userId="098f73f048af6dd6" providerId="LiveId" clId="{31A13A29-9263-4783-AF75-B4F7CD59E009}" dt="2026-07-14T03:42:25.711" v="413" actId="1076"/>
          <ac:spMkLst>
            <pc:docMk/>
            <pc:sldMk cId="133659537" sldId="261"/>
            <ac:spMk id="9" creationId="{711CD7DF-EF21-4968-A3B6-EE6CB9AC186E}"/>
          </ac:spMkLst>
        </pc:spChg>
        <pc:spChg chg="mod">
          <ac:chgData name="灏锦 张" userId="098f73f048af6dd6" providerId="LiveId" clId="{31A13A29-9263-4783-AF75-B4F7CD59E009}" dt="2026-07-14T03:42:25.711" v="413" actId="1076"/>
          <ac:spMkLst>
            <pc:docMk/>
            <pc:sldMk cId="133659537" sldId="261"/>
            <ac:spMk id="10" creationId="{D0FC9B7C-4A7A-4B7C-B080-391D528EBC73}"/>
          </ac:spMkLst>
        </pc:spChg>
        <pc:spChg chg="mod">
          <ac:chgData name="灏锦 张" userId="098f73f048af6dd6" providerId="LiveId" clId="{31A13A29-9263-4783-AF75-B4F7CD59E009}" dt="2026-07-14T03:42:20.736" v="412" actId="1076"/>
          <ac:spMkLst>
            <pc:docMk/>
            <pc:sldMk cId="133659537" sldId="261"/>
            <ac:spMk id="12" creationId="{EAA04AE1-5007-4023-950E-7C1A9B4EA418}"/>
          </ac:spMkLst>
        </pc:spChg>
        <pc:spChg chg="mod">
          <ac:chgData name="灏锦 张" userId="098f73f048af6dd6" providerId="LiveId" clId="{31A13A29-9263-4783-AF75-B4F7CD59E009}" dt="2026-07-14T06:43:54.492" v="1335" actId="20577"/>
          <ac:spMkLst>
            <pc:docMk/>
            <pc:sldMk cId="133659537" sldId="261"/>
            <ac:spMk id="13" creationId="{D2855374-C588-45E9-B3E5-6D05FB17E78E}"/>
          </ac:spMkLst>
        </pc:spChg>
        <pc:spChg chg="add del mod">
          <ac:chgData name="灏锦 张" userId="098f73f048af6dd6" providerId="LiveId" clId="{31A13A29-9263-4783-AF75-B4F7CD59E009}" dt="2026-07-14T03:42:04.227" v="409" actId="478"/>
          <ac:spMkLst>
            <pc:docMk/>
            <pc:sldMk cId="133659537" sldId="261"/>
            <ac:spMk id="14" creationId="{A8EE3880-1379-593C-B944-0F640833FFCB}"/>
          </ac:spMkLst>
        </pc:spChg>
        <pc:spChg chg="add del mod">
          <ac:chgData name="灏锦 张" userId="098f73f048af6dd6" providerId="LiveId" clId="{31A13A29-9263-4783-AF75-B4F7CD59E009}" dt="2026-07-14T03:42:04.227" v="409" actId="478"/>
          <ac:spMkLst>
            <pc:docMk/>
            <pc:sldMk cId="133659537" sldId="261"/>
            <ac:spMk id="15" creationId="{E62C778B-971E-A5C1-3ACE-C37F7249CA65}"/>
          </ac:spMkLst>
        </pc:spChg>
        <pc:spChg chg="add del mod">
          <ac:chgData name="灏锦 张" userId="098f73f048af6dd6" providerId="LiveId" clId="{31A13A29-9263-4783-AF75-B4F7CD59E009}" dt="2026-07-14T03:42:04.227" v="409" actId="478"/>
          <ac:spMkLst>
            <pc:docMk/>
            <pc:sldMk cId="133659537" sldId="261"/>
            <ac:spMk id="16" creationId="{0690A836-9CBF-80D2-6C29-48A85B8B5487}"/>
          </ac:spMkLst>
        </pc:spChg>
        <pc:spChg chg="add del mod">
          <ac:chgData name="灏锦 张" userId="098f73f048af6dd6" providerId="LiveId" clId="{31A13A29-9263-4783-AF75-B4F7CD59E009}" dt="2026-07-14T03:42:04.227" v="409" actId="478"/>
          <ac:spMkLst>
            <pc:docMk/>
            <pc:sldMk cId="133659537" sldId="261"/>
            <ac:spMk id="17" creationId="{85701B95-C4B0-DC43-7BD0-C9CCFD777A50}"/>
          </ac:spMkLst>
        </pc:spChg>
        <pc:spChg chg="add del mod">
          <ac:chgData name="灏锦 张" userId="098f73f048af6dd6" providerId="LiveId" clId="{31A13A29-9263-4783-AF75-B4F7CD59E009}" dt="2026-07-14T04:04:11.219" v="738" actId="21"/>
          <ac:spMkLst>
            <pc:docMk/>
            <pc:sldMk cId="133659537" sldId="261"/>
            <ac:spMk id="18" creationId="{C3A715E8-B0A3-B738-4DE7-7B3DB6FD626A}"/>
          </ac:spMkLst>
        </pc:spChg>
      </pc:sldChg>
      <pc:sldChg chg="modSp del mod">
        <pc:chgData name="灏锦 张" userId="098f73f048af6dd6" providerId="LiveId" clId="{31A13A29-9263-4783-AF75-B4F7CD59E009}" dt="2026-07-14T06:34:39.505" v="1154" actId="2696"/>
        <pc:sldMkLst>
          <pc:docMk/>
          <pc:sldMk cId="1296045091" sldId="262"/>
        </pc:sldMkLst>
        <pc:spChg chg="mod">
          <ac:chgData name="灏锦 张" userId="098f73f048af6dd6" providerId="LiveId" clId="{31A13A29-9263-4783-AF75-B4F7CD59E009}" dt="2026-07-14T06:24:16.724" v="975" actId="1076"/>
          <ac:spMkLst>
            <pc:docMk/>
            <pc:sldMk cId="1296045091" sldId="262"/>
            <ac:spMk id="19" creationId="{8BA7329D-2318-4F65-AA8C-221B7028FA41}"/>
          </ac:spMkLst>
        </pc:spChg>
      </pc:sldChg>
      <pc:sldChg chg="del">
        <pc:chgData name="灏锦 张" userId="098f73f048af6dd6" providerId="LiveId" clId="{31A13A29-9263-4783-AF75-B4F7CD59E009}" dt="2026-07-14T06:34:40.448" v="1155" actId="2696"/>
        <pc:sldMkLst>
          <pc:docMk/>
          <pc:sldMk cId="2049116512" sldId="263"/>
        </pc:sldMkLst>
      </pc:sldChg>
      <pc:sldChg chg="addSp new del mod">
        <pc:chgData name="灏锦 张" userId="098f73f048af6dd6" providerId="LiveId" clId="{31A13A29-9263-4783-AF75-B4F7CD59E009}" dt="2026-07-14T06:34:41.197" v="1156" actId="2696"/>
        <pc:sldMkLst>
          <pc:docMk/>
          <pc:sldMk cId="477682754" sldId="264"/>
        </pc:sldMkLst>
        <pc:spChg chg="add">
          <ac:chgData name="灏锦 张" userId="098f73f048af6dd6" providerId="LiveId" clId="{31A13A29-9263-4783-AF75-B4F7CD59E009}" dt="2026-07-14T03:12:45.813" v="318" actId="22"/>
          <ac:spMkLst>
            <pc:docMk/>
            <pc:sldMk cId="477682754" sldId="264"/>
            <ac:spMk id="3" creationId="{9A24493C-948F-5BD9-CCC4-A06CB4FB9B20}"/>
          </ac:spMkLst>
        </pc:spChg>
        <pc:spChg chg="add">
          <ac:chgData name="灏锦 张" userId="098f73f048af6dd6" providerId="LiveId" clId="{31A13A29-9263-4783-AF75-B4F7CD59E009}" dt="2026-07-14T03:12:45.813" v="318" actId="22"/>
          <ac:spMkLst>
            <pc:docMk/>
            <pc:sldMk cId="477682754" sldId="264"/>
            <ac:spMk id="5" creationId="{6E28EF96-D790-EDED-BD94-4558126870EB}"/>
          </ac:spMkLst>
        </pc:spChg>
        <pc:spChg chg="add">
          <ac:chgData name="灏锦 张" userId="098f73f048af6dd6" providerId="LiveId" clId="{31A13A29-9263-4783-AF75-B4F7CD59E009}" dt="2026-07-14T03:12:45.813" v="318" actId="22"/>
          <ac:spMkLst>
            <pc:docMk/>
            <pc:sldMk cId="477682754" sldId="264"/>
            <ac:spMk id="7" creationId="{CB1FFCCD-9BA7-03DD-490E-49244EF103A5}"/>
          </ac:spMkLst>
        </pc:spChg>
        <pc:spChg chg="add">
          <ac:chgData name="灏锦 张" userId="098f73f048af6dd6" providerId="LiveId" clId="{31A13A29-9263-4783-AF75-B4F7CD59E009}" dt="2026-07-14T03:12:45.813" v="318" actId="22"/>
          <ac:spMkLst>
            <pc:docMk/>
            <pc:sldMk cId="477682754" sldId="264"/>
            <ac:spMk id="9" creationId="{82F9C20B-39BE-D27D-74BE-F02C02CFBBFA}"/>
          </ac:spMkLst>
        </pc:spChg>
        <pc:spChg chg="add">
          <ac:chgData name="灏锦 张" userId="098f73f048af6dd6" providerId="LiveId" clId="{31A13A29-9263-4783-AF75-B4F7CD59E009}" dt="2026-07-14T03:12:45.813" v="318" actId="22"/>
          <ac:spMkLst>
            <pc:docMk/>
            <pc:sldMk cId="477682754" sldId="264"/>
            <ac:spMk id="11" creationId="{C069DE8F-5808-62E5-5358-8F2BF2E32788}"/>
          </ac:spMkLst>
        </pc:spChg>
        <pc:spChg chg="add">
          <ac:chgData name="灏锦 张" userId="098f73f048af6dd6" providerId="LiveId" clId="{31A13A29-9263-4783-AF75-B4F7CD59E009}" dt="2026-07-14T03:12:45.813" v="318" actId="22"/>
          <ac:spMkLst>
            <pc:docMk/>
            <pc:sldMk cId="477682754" sldId="264"/>
            <ac:spMk id="13" creationId="{8A8FEC9F-BFBC-DCD0-DA35-B2C060A6922E}"/>
          </ac:spMkLst>
        </pc:spChg>
        <pc:spChg chg="add">
          <ac:chgData name="灏锦 张" userId="098f73f048af6dd6" providerId="LiveId" clId="{31A13A29-9263-4783-AF75-B4F7CD59E009}" dt="2026-07-14T03:12:45.813" v="318" actId="22"/>
          <ac:spMkLst>
            <pc:docMk/>
            <pc:sldMk cId="477682754" sldId="264"/>
            <ac:spMk id="15" creationId="{6B14183B-BDF4-BFD0-AC9B-D90A0119FD73}"/>
          </ac:spMkLst>
        </pc:spChg>
        <pc:spChg chg="add">
          <ac:chgData name="灏锦 张" userId="098f73f048af6dd6" providerId="LiveId" clId="{31A13A29-9263-4783-AF75-B4F7CD59E009}" dt="2026-07-14T03:12:45.813" v="318" actId="22"/>
          <ac:spMkLst>
            <pc:docMk/>
            <pc:sldMk cId="477682754" sldId="264"/>
            <ac:spMk id="17" creationId="{96C56440-B8EC-B56B-BA2B-1BC49BD9B6C4}"/>
          </ac:spMkLst>
        </pc:spChg>
        <pc:spChg chg="add">
          <ac:chgData name="灏锦 张" userId="098f73f048af6dd6" providerId="LiveId" clId="{31A13A29-9263-4783-AF75-B4F7CD59E009}" dt="2026-07-14T03:12:45.813" v="318" actId="22"/>
          <ac:spMkLst>
            <pc:docMk/>
            <pc:sldMk cId="477682754" sldId="264"/>
            <ac:spMk id="19" creationId="{B18D999C-ED85-4F9B-5194-1D960D1693FF}"/>
          </ac:spMkLst>
        </pc:spChg>
        <pc:spChg chg="add">
          <ac:chgData name="灏锦 张" userId="098f73f048af6dd6" providerId="LiveId" clId="{31A13A29-9263-4783-AF75-B4F7CD59E009}" dt="2026-07-14T03:12:45.813" v="318" actId="22"/>
          <ac:spMkLst>
            <pc:docMk/>
            <pc:sldMk cId="477682754" sldId="264"/>
            <ac:spMk id="21" creationId="{03A6A3AE-CDB4-2A23-A931-387A19374255}"/>
          </ac:spMkLst>
        </pc:spChg>
      </pc:sldChg>
      <pc:sldChg chg="addSp delSp modSp new mod modClrScheme chgLayout">
        <pc:chgData name="灏锦 张" userId="098f73f048af6dd6" providerId="LiveId" clId="{31A13A29-9263-4783-AF75-B4F7CD59E009}" dt="2026-07-14T03:16:15.363" v="350" actId="1076"/>
        <pc:sldMkLst>
          <pc:docMk/>
          <pc:sldMk cId="3959909671" sldId="265"/>
        </pc:sldMkLst>
        <pc:spChg chg="add del mod">
          <ac:chgData name="灏锦 张" userId="098f73f048af6dd6" providerId="LiveId" clId="{31A13A29-9263-4783-AF75-B4F7CD59E009}" dt="2026-07-14T03:14:40.275" v="328" actId="22"/>
          <ac:spMkLst>
            <pc:docMk/>
            <pc:sldMk cId="3959909671" sldId="265"/>
            <ac:spMk id="2" creationId="{1B649FE5-8DFE-AF51-7D29-C187F402C181}"/>
          </ac:spMkLst>
        </pc:spChg>
        <pc:spChg chg="add del mod">
          <ac:chgData name="灏锦 张" userId="098f73f048af6dd6" providerId="LiveId" clId="{31A13A29-9263-4783-AF75-B4F7CD59E009}" dt="2026-07-14T03:15:20.841" v="335" actId="22"/>
          <ac:spMkLst>
            <pc:docMk/>
            <pc:sldMk cId="3959909671" sldId="265"/>
            <ac:spMk id="3" creationId="{A9AFBD1C-1A4E-4CCF-823D-FC79F569597C}"/>
          </ac:spMkLst>
        </pc:spChg>
        <pc:spChg chg="add del mod">
          <ac:chgData name="灏锦 张" userId="098f73f048af6dd6" providerId="LiveId" clId="{31A13A29-9263-4783-AF75-B4F7CD59E009}" dt="2026-07-14T03:14:55.581" v="332" actId="22"/>
          <ac:spMkLst>
            <pc:docMk/>
            <pc:sldMk cId="3959909671" sldId="265"/>
            <ac:spMk id="4" creationId="{4810E35A-E79B-88AA-8133-C48D9A2FB317}"/>
          </ac:spMkLst>
        </pc:spChg>
        <pc:spChg chg="add mod">
          <ac:chgData name="灏锦 张" userId="098f73f048af6dd6" providerId="LiveId" clId="{31A13A29-9263-4783-AF75-B4F7CD59E009}" dt="2026-07-14T03:15:56.258" v="343" actId="1076"/>
          <ac:spMkLst>
            <pc:docMk/>
            <pc:sldMk cId="3959909671" sldId="265"/>
            <ac:spMk id="6" creationId="{AE6C3DC5-18A6-9744-D28A-A94EFAEB8796}"/>
          </ac:spMkLst>
        </pc:spChg>
        <pc:spChg chg="add mod">
          <ac:chgData name="灏锦 张" userId="098f73f048af6dd6" providerId="LiveId" clId="{31A13A29-9263-4783-AF75-B4F7CD59E009}" dt="2026-07-14T03:16:01.270" v="345" actId="1076"/>
          <ac:spMkLst>
            <pc:docMk/>
            <pc:sldMk cId="3959909671" sldId="265"/>
            <ac:spMk id="14" creationId="{5F9220D3-E7F1-CEFB-73A3-EC33A6F63A6E}"/>
          </ac:spMkLst>
        </pc:spChg>
        <pc:spChg chg="add mod">
          <ac:chgData name="灏锦 张" userId="098f73f048af6dd6" providerId="LiveId" clId="{31A13A29-9263-4783-AF75-B4F7CD59E009}" dt="2026-07-14T03:16:01.270" v="345" actId="1076"/>
          <ac:spMkLst>
            <pc:docMk/>
            <pc:sldMk cId="3959909671" sldId="265"/>
            <ac:spMk id="16" creationId="{9FAC9976-EDDD-A97D-43E3-C2D7F85B19E0}"/>
          </ac:spMkLst>
        </pc:spChg>
        <pc:spChg chg="add mod">
          <ac:chgData name="灏锦 张" userId="098f73f048af6dd6" providerId="LiveId" clId="{31A13A29-9263-4783-AF75-B4F7CD59E009}" dt="2026-07-14T03:16:01.270" v="345" actId="1076"/>
          <ac:spMkLst>
            <pc:docMk/>
            <pc:sldMk cId="3959909671" sldId="265"/>
            <ac:spMk id="18" creationId="{AD8A9BE2-3262-EDF3-D6B6-94C33B24B75B}"/>
          </ac:spMkLst>
        </pc:spChg>
        <pc:spChg chg="add mod">
          <ac:chgData name="灏锦 张" userId="098f73f048af6dd6" providerId="LiveId" clId="{31A13A29-9263-4783-AF75-B4F7CD59E009}" dt="2026-07-14T03:16:01.270" v="345" actId="1076"/>
          <ac:spMkLst>
            <pc:docMk/>
            <pc:sldMk cId="3959909671" sldId="265"/>
            <ac:spMk id="20" creationId="{C07AE9F7-8082-7EB1-A8F4-BB33A1ED8C8C}"/>
          </ac:spMkLst>
        </pc:spChg>
        <pc:spChg chg="add mod">
          <ac:chgData name="灏锦 张" userId="098f73f048af6dd6" providerId="LiveId" clId="{31A13A29-9263-4783-AF75-B4F7CD59E009}" dt="2026-07-14T03:16:01.270" v="345" actId="1076"/>
          <ac:spMkLst>
            <pc:docMk/>
            <pc:sldMk cId="3959909671" sldId="265"/>
            <ac:spMk id="22" creationId="{C0CD04CB-B14B-60AE-95DA-58A6407B8DE8}"/>
          </ac:spMkLst>
        </pc:spChg>
        <pc:spChg chg="add mod">
          <ac:chgData name="灏锦 张" userId="098f73f048af6dd6" providerId="LiveId" clId="{31A13A29-9263-4783-AF75-B4F7CD59E009}" dt="2026-07-14T03:16:15.363" v="350" actId="1076"/>
          <ac:spMkLst>
            <pc:docMk/>
            <pc:sldMk cId="3959909671" sldId="265"/>
            <ac:spMk id="24" creationId="{03101B8D-DAA8-238D-4102-737580609FAE}"/>
          </ac:spMkLst>
        </pc:spChg>
        <pc:spChg chg="add mod">
          <ac:chgData name="灏锦 张" userId="098f73f048af6dd6" providerId="LiveId" clId="{31A13A29-9263-4783-AF75-B4F7CD59E009}" dt="2026-07-14T03:16:15.363" v="350" actId="1076"/>
          <ac:spMkLst>
            <pc:docMk/>
            <pc:sldMk cId="3959909671" sldId="265"/>
            <ac:spMk id="26" creationId="{A5EF5932-EF47-405C-E445-880B81B68504}"/>
          </ac:spMkLst>
        </pc:spChg>
        <pc:spChg chg="add mod">
          <ac:chgData name="灏锦 张" userId="098f73f048af6dd6" providerId="LiveId" clId="{31A13A29-9263-4783-AF75-B4F7CD59E009}" dt="2026-07-14T03:16:15.363" v="350" actId="1076"/>
          <ac:spMkLst>
            <pc:docMk/>
            <pc:sldMk cId="3959909671" sldId="265"/>
            <ac:spMk id="28" creationId="{A0643657-5E9D-7897-1183-A6CD7B8BBB0A}"/>
          </ac:spMkLst>
        </pc:spChg>
        <pc:spChg chg="add mod">
          <ac:chgData name="灏锦 张" userId="098f73f048af6dd6" providerId="LiveId" clId="{31A13A29-9263-4783-AF75-B4F7CD59E009}" dt="2026-07-14T03:16:15.363" v="350" actId="1076"/>
          <ac:spMkLst>
            <pc:docMk/>
            <pc:sldMk cId="3959909671" sldId="265"/>
            <ac:spMk id="30" creationId="{FF8959FC-F66E-8A24-CD2D-0318A6216C74}"/>
          </ac:spMkLst>
        </pc:spChg>
        <pc:spChg chg="add mod">
          <ac:chgData name="灏锦 张" userId="098f73f048af6dd6" providerId="LiveId" clId="{31A13A29-9263-4783-AF75-B4F7CD59E009}" dt="2026-07-14T03:16:15.363" v="350" actId="1076"/>
          <ac:spMkLst>
            <pc:docMk/>
            <pc:sldMk cId="3959909671" sldId="265"/>
            <ac:spMk id="32" creationId="{44788BDF-9BB2-5D9B-DC48-AEF9617BBE86}"/>
          </ac:spMkLst>
        </pc:spChg>
        <pc:picChg chg="add mod">
          <ac:chgData name="灏锦 张" userId="098f73f048af6dd6" providerId="LiveId" clId="{31A13A29-9263-4783-AF75-B4F7CD59E009}" dt="2026-07-14T03:14:55.581" v="332" actId="22"/>
          <ac:picMkLst>
            <pc:docMk/>
            <pc:sldMk cId="3959909671" sldId="265"/>
            <ac:picMk id="8" creationId="{3CA26AD1-CD96-AC0B-C45D-3864ABDCEF38}"/>
          </ac:picMkLst>
        </pc:picChg>
        <pc:picChg chg="add del">
          <ac:chgData name="灏锦 张" userId="098f73f048af6dd6" providerId="LiveId" clId="{31A13A29-9263-4783-AF75-B4F7CD59E009}" dt="2026-07-14T03:15:19.937" v="334" actId="22"/>
          <ac:picMkLst>
            <pc:docMk/>
            <pc:sldMk cId="3959909671" sldId="265"/>
            <ac:picMk id="10" creationId="{F9BFACEA-6EE7-7CC3-32E0-E49FBB4C2BCC}"/>
          </ac:picMkLst>
        </pc:picChg>
        <pc:picChg chg="add mod ord">
          <ac:chgData name="灏锦 张" userId="098f73f048af6dd6" providerId="LiveId" clId="{31A13A29-9263-4783-AF75-B4F7CD59E009}" dt="2026-07-14T03:15:32.685" v="338" actId="1076"/>
          <ac:picMkLst>
            <pc:docMk/>
            <pc:sldMk cId="3959909671" sldId="265"/>
            <ac:picMk id="12" creationId="{A02A7E16-D772-6A5F-7B55-EBF8661BE718}"/>
          </ac:picMkLst>
        </pc:picChg>
      </pc:sldChg>
      <pc:sldChg chg="new del">
        <pc:chgData name="灏锦 张" userId="098f73f048af6dd6" providerId="LiveId" clId="{31A13A29-9263-4783-AF75-B4F7CD59E009}" dt="2026-07-14T03:41:56.536" v="407" actId="2696"/>
        <pc:sldMkLst>
          <pc:docMk/>
          <pc:sldMk cId="3497282467" sldId="266"/>
        </pc:sldMkLst>
      </pc:sldChg>
      <pc:sldChg chg="addSp delSp modSp add mod">
        <pc:chgData name="灏锦 张" userId="098f73f048af6dd6" providerId="LiveId" clId="{31A13A29-9263-4783-AF75-B4F7CD59E009}" dt="2026-07-14T06:34:16.981" v="1153" actId="1076"/>
        <pc:sldMkLst>
          <pc:docMk/>
          <pc:sldMk cId="2086396017" sldId="267"/>
        </pc:sldMkLst>
        <pc:spChg chg="mod">
          <ac:chgData name="灏锦 张" userId="098f73f048af6dd6" providerId="LiveId" clId="{31A13A29-9263-4783-AF75-B4F7CD59E009}" dt="2026-07-14T06:33:16.358" v="1124" actId="1076"/>
          <ac:spMkLst>
            <pc:docMk/>
            <pc:sldMk cId="2086396017" sldId="267"/>
            <ac:spMk id="3" creationId="{99F3E20F-28E1-679C-FB46-5D3724F272F4}"/>
          </ac:spMkLst>
        </pc:spChg>
        <pc:spChg chg="mod">
          <ac:chgData name="灏锦 张" userId="098f73f048af6dd6" providerId="LiveId" clId="{31A13A29-9263-4783-AF75-B4F7CD59E009}" dt="2026-07-14T06:33:16.358" v="1124" actId="1076"/>
          <ac:spMkLst>
            <pc:docMk/>
            <pc:sldMk cId="2086396017" sldId="267"/>
            <ac:spMk id="4" creationId="{449595D7-087D-2596-1984-2F62C2609FE2}"/>
          </ac:spMkLst>
        </pc:spChg>
        <pc:spChg chg="mod">
          <ac:chgData name="灏锦 张" userId="098f73f048af6dd6" providerId="LiveId" clId="{31A13A29-9263-4783-AF75-B4F7CD59E009}" dt="2026-07-14T06:33:16.358" v="1124" actId="1076"/>
          <ac:spMkLst>
            <pc:docMk/>
            <pc:sldMk cId="2086396017" sldId="267"/>
            <ac:spMk id="5" creationId="{A73F179E-ABF0-56C7-1C0F-B4781F866B83}"/>
          </ac:spMkLst>
        </pc:spChg>
        <pc:spChg chg="mod">
          <ac:chgData name="灏锦 张" userId="098f73f048af6dd6" providerId="LiveId" clId="{31A13A29-9263-4783-AF75-B4F7CD59E009}" dt="2026-07-14T06:33:16.358" v="1124" actId="1076"/>
          <ac:spMkLst>
            <pc:docMk/>
            <pc:sldMk cId="2086396017" sldId="267"/>
            <ac:spMk id="6" creationId="{3D25CC40-CC6E-9450-D42F-EB1C978A86B0}"/>
          </ac:spMkLst>
        </pc:spChg>
        <pc:spChg chg="del mod">
          <ac:chgData name="灏锦 张" userId="098f73f048af6dd6" providerId="LiveId" clId="{31A13A29-9263-4783-AF75-B4F7CD59E009}" dt="2026-07-14T06:05:24.344" v="942" actId="478"/>
          <ac:spMkLst>
            <pc:docMk/>
            <pc:sldMk cId="2086396017" sldId="267"/>
            <ac:spMk id="7" creationId="{0CE45967-621A-D322-D8AF-D77BDE48B22D}"/>
          </ac:spMkLst>
        </pc:spChg>
        <pc:spChg chg="del">
          <ac:chgData name="灏锦 张" userId="098f73f048af6dd6" providerId="LiveId" clId="{31A13A29-9263-4783-AF75-B4F7CD59E009}" dt="2026-07-14T06:05:23.368" v="940" actId="478"/>
          <ac:spMkLst>
            <pc:docMk/>
            <pc:sldMk cId="2086396017" sldId="267"/>
            <ac:spMk id="8" creationId="{04C5159F-19C2-6DA8-11D0-32E068BAD7E6}"/>
          </ac:spMkLst>
        </pc:spChg>
        <pc:spChg chg="del">
          <ac:chgData name="灏锦 张" userId="098f73f048af6dd6" providerId="LiveId" clId="{31A13A29-9263-4783-AF75-B4F7CD59E009}" dt="2026-07-14T06:05:23.368" v="940" actId="478"/>
          <ac:spMkLst>
            <pc:docMk/>
            <pc:sldMk cId="2086396017" sldId="267"/>
            <ac:spMk id="9" creationId="{AEE65159-8F09-65DD-3571-66150F223F44}"/>
          </ac:spMkLst>
        </pc:spChg>
        <pc:spChg chg="del">
          <ac:chgData name="灏锦 张" userId="098f73f048af6dd6" providerId="LiveId" clId="{31A13A29-9263-4783-AF75-B4F7CD59E009}" dt="2026-07-14T06:05:23.368" v="940" actId="478"/>
          <ac:spMkLst>
            <pc:docMk/>
            <pc:sldMk cId="2086396017" sldId="267"/>
            <ac:spMk id="10" creationId="{CACBBF64-7CA2-86AE-E393-7479EDF10F21}"/>
          </ac:spMkLst>
        </pc:spChg>
        <pc:spChg chg="mod">
          <ac:chgData name="灏锦 张" userId="098f73f048af6dd6" providerId="LiveId" clId="{31A13A29-9263-4783-AF75-B4F7CD59E009}" dt="2026-07-14T06:32:44.650" v="1114" actId="20577"/>
          <ac:spMkLst>
            <pc:docMk/>
            <pc:sldMk cId="2086396017" sldId="267"/>
            <ac:spMk id="13" creationId="{D3CC88AB-D18A-C8B4-7DAD-0556D9128886}"/>
          </ac:spMkLst>
        </pc:spChg>
        <pc:spChg chg="add mod">
          <ac:chgData name="灏锦 张" userId="098f73f048af6dd6" providerId="LiveId" clId="{31A13A29-9263-4783-AF75-B4F7CD59E009}" dt="2026-07-14T06:33:19.441" v="1125" actId="1076"/>
          <ac:spMkLst>
            <pc:docMk/>
            <pc:sldMk cId="2086396017" sldId="267"/>
            <ac:spMk id="15" creationId="{3CD4C92A-B7AB-5A79-1E87-3CB9C7EF1D53}"/>
          </ac:spMkLst>
        </pc:spChg>
        <pc:spChg chg="add del mod">
          <ac:chgData name="灏锦 张" userId="098f73f048af6dd6" providerId="LiveId" clId="{31A13A29-9263-4783-AF75-B4F7CD59E009}" dt="2026-07-14T06:34:14.130" v="1152" actId="478"/>
          <ac:spMkLst>
            <pc:docMk/>
            <pc:sldMk cId="2086396017" sldId="267"/>
            <ac:spMk id="17" creationId="{50912A87-5882-B4DB-BB43-505FC845B397}"/>
          </ac:spMkLst>
        </pc:spChg>
        <pc:spChg chg="add mod">
          <ac:chgData name="灏锦 张" userId="098f73f048af6dd6" providerId="LiveId" clId="{31A13A29-9263-4783-AF75-B4F7CD59E009}" dt="2026-07-14T06:34:16.981" v="1153" actId="1076"/>
          <ac:spMkLst>
            <pc:docMk/>
            <pc:sldMk cId="2086396017" sldId="267"/>
            <ac:spMk id="18" creationId="{812ACA56-1495-1A31-24E9-72C6611EFA29}"/>
          </ac:spMkLst>
        </pc:spChg>
        <pc:picChg chg="add mod">
          <ac:chgData name="灏锦 张" userId="098f73f048af6dd6" providerId="LiveId" clId="{31A13A29-9263-4783-AF75-B4F7CD59E009}" dt="2026-07-14T06:34:10.490" v="1150" actId="1076"/>
          <ac:picMkLst>
            <pc:docMk/>
            <pc:sldMk cId="2086396017" sldId="267"/>
            <ac:picMk id="16" creationId="{AED55F0A-B69D-BEE2-CEED-F33D60F4BA34}"/>
          </ac:picMkLst>
        </pc:picChg>
      </pc:sldChg>
      <pc:sldChg chg="addSp delSp modSp new mod modClrScheme chgLayout">
        <pc:chgData name="灏锦 张" userId="098f73f048af6dd6" providerId="LiveId" clId="{31A13A29-9263-4783-AF75-B4F7CD59E009}" dt="2026-07-14T06:24:56.272" v="984" actId="1076"/>
        <pc:sldMkLst>
          <pc:docMk/>
          <pc:sldMk cId="3790151698" sldId="268"/>
        </pc:sldMkLst>
        <pc:spChg chg="add mod">
          <ac:chgData name="灏锦 张" userId="098f73f048af6dd6" providerId="LiveId" clId="{31A13A29-9263-4783-AF75-B4F7CD59E009}" dt="2026-07-14T03:56:21.397" v="732" actId="20577"/>
          <ac:spMkLst>
            <pc:docMk/>
            <pc:sldMk cId="3790151698" sldId="268"/>
            <ac:spMk id="2" creationId="{8643DAE8-C06F-FBE1-2523-2C79F817F0B5}"/>
          </ac:spMkLst>
        </pc:spChg>
        <pc:spChg chg="add del mod">
          <ac:chgData name="灏锦 张" userId="098f73f048af6dd6" providerId="LiveId" clId="{31A13A29-9263-4783-AF75-B4F7CD59E009}" dt="2026-07-14T04:03:29.239" v="733" actId="22"/>
          <ac:spMkLst>
            <pc:docMk/>
            <pc:sldMk cId="3790151698" sldId="268"/>
            <ac:spMk id="3" creationId="{A0E32425-A50A-29FC-B07B-A80167697FBF}"/>
          </ac:spMkLst>
        </pc:spChg>
        <pc:spChg chg="add mod">
          <ac:chgData name="灏锦 张" userId="098f73f048af6dd6" providerId="LiveId" clId="{31A13A29-9263-4783-AF75-B4F7CD59E009}" dt="2026-07-14T06:24:56.272" v="984" actId="1076"/>
          <ac:spMkLst>
            <pc:docMk/>
            <pc:sldMk cId="3790151698" sldId="268"/>
            <ac:spMk id="4" creationId="{35B0F473-E68F-B8CB-4977-679E1222F837}"/>
          </ac:spMkLst>
        </pc:spChg>
        <pc:spChg chg="add del mod">
          <ac:chgData name="灏锦 张" userId="098f73f048af6dd6" providerId="LiveId" clId="{31A13A29-9263-4783-AF75-B4F7CD59E009}" dt="2026-07-14T06:21:51.962" v="947" actId="22"/>
          <ac:spMkLst>
            <pc:docMk/>
            <pc:sldMk cId="3790151698" sldId="268"/>
            <ac:spMk id="8" creationId="{B3114D76-E4D5-D93A-5FFC-6EA29FC8AF8E}"/>
          </ac:spMkLst>
        </pc:spChg>
        <pc:spChg chg="add del mod">
          <ac:chgData name="灏锦 张" userId="098f73f048af6dd6" providerId="LiveId" clId="{31A13A29-9263-4783-AF75-B4F7CD59E009}" dt="2026-07-14T06:24:51.607" v="981" actId="22"/>
          <ac:spMkLst>
            <pc:docMk/>
            <pc:sldMk cId="3790151698" sldId="268"/>
            <ac:spMk id="14" creationId="{D00D359D-D2E0-6539-7B45-8A20331511B9}"/>
          </ac:spMkLst>
        </pc:spChg>
        <pc:picChg chg="add del mod ord">
          <ac:chgData name="灏锦 张" userId="098f73f048af6dd6" providerId="LiveId" clId="{31A13A29-9263-4783-AF75-B4F7CD59E009}" dt="2026-07-14T06:21:48.778" v="944" actId="478"/>
          <ac:picMkLst>
            <pc:docMk/>
            <pc:sldMk cId="3790151698" sldId="268"/>
            <ac:picMk id="6" creationId="{F995963C-E05E-97B3-7901-750EB9FCA408}"/>
          </ac:picMkLst>
        </pc:picChg>
        <pc:picChg chg="add del">
          <ac:chgData name="灏锦 张" userId="098f73f048af6dd6" providerId="LiveId" clId="{31A13A29-9263-4783-AF75-B4F7CD59E009}" dt="2026-07-14T06:21:50.684" v="946" actId="22"/>
          <ac:picMkLst>
            <pc:docMk/>
            <pc:sldMk cId="3790151698" sldId="268"/>
            <ac:picMk id="10" creationId="{93560151-17C8-188D-64D3-D84349EB50B0}"/>
          </ac:picMkLst>
        </pc:picChg>
        <pc:picChg chg="add del mod ord">
          <ac:chgData name="灏锦 张" userId="098f73f048af6dd6" providerId="LiveId" clId="{31A13A29-9263-4783-AF75-B4F7CD59E009}" dt="2026-07-14T06:24:48.547" v="976" actId="478"/>
          <ac:picMkLst>
            <pc:docMk/>
            <pc:sldMk cId="3790151698" sldId="268"/>
            <ac:picMk id="12" creationId="{67A7060E-E389-0C9D-58CB-0DA0A655159F}"/>
          </ac:picMkLst>
        </pc:picChg>
        <pc:picChg chg="add del mod">
          <ac:chgData name="灏锦 张" userId="098f73f048af6dd6" providerId="LiveId" clId="{31A13A29-9263-4783-AF75-B4F7CD59E009}" dt="2026-07-14T06:24:50.647" v="980" actId="22"/>
          <ac:picMkLst>
            <pc:docMk/>
            <pc:sldMk cId="3790151698" sldId="268"/>
            <ac:picMk id="16" creationId="{EE8E8CBA-616A-66EE-B1E1-A3D4139EA5C7}"/>
          </ac:picMkLst>
        </pc:picChg>
        <pc:picChg chg="add mod ord">
          <ac:chgData name="灏锦 张" userId="098f73f048af6dd6" providerId="LiveId" clId="{31A13A29-9263-4783-AF75-B4F7CD59E009}" dt="2026-07-14T06:24:54.523" v="983" actId="1076"/>
          <ac:picMkLst>
            <pc:docMk/>
            <pc:sldMk cId="3790151698" sldId="268"/>
            <ac:picMk id="18" creationId="{C93DD0F6-1AD2-7B51-1146-C72A17BBA2D2}"/>
          </ac:picMkLst>
        </pc:picChg>
      </pc:sldChg>
      <pc:sldChg chg="addSp delSp modSp new mod modClrScheme chgLayout">
        <pc:chgData name="灏锦 张" userId="098f73f048af6dd6" providerId="LiveId" clId="{31A13A29-9263-4783-AF75-B4F7CD59E009}" dt="2026-07-14T06:24:06.893" v="974" actId="403"/>
        <pc:sldMkLst>
          <pc:docMk/>
          <pc:sldMk cId="662096810" sldId="269"/>
        </pc:sldMkLst>
        <pc:spChg chg="del mod ord">
          <ac:chgData name="灏锦 张" userId="098f73f048af6dd6" providerId="LiveId" clId="{31A13A29-9263-4783-AF75-B4F7CD59E009}" dt="2026-07-14T04:18:50.710" v="908" actId="700"/>
          <ac:spMkLst>
            <pc:docMk/>
            <pc:sldMk cId="662096810" sldId="269"/>
            <ac:spMk id="2" creationId="{108A9015-2A02-884E-680B-42D53663744A}"/>
          </ac:spMkLst>
        </pc:spChg>
        <pc:spChg chg="del">
          <ac:chgData name="灏锦 张" userId="098f73f048af6dd6" providerId="LiveId" clId="{31A13A29-9263-4783-AF75-B4F7CD59E009}" dt="2026-07-14T04:18:50.710" v="908" actId="700"/>
          <ac:spMkLst>
            <pc:docMk/>
            <pc:sldMk cId="662096810" sldId="269"/>
            <ac:spMk id="3" creationId="{A1B20401-587F-488C-E013-13C139EDE51B}"/>
          </ac:spMkLst>
        </pc:spChg>
        <pc:spChg chg="del">
          <ac:chgData name="灏锦 张" userId="098f73f048af6dd6" providerId="LiveId" clId="{31A13A29-9263-4783-AF75-B4F7CD59E009}" dt="2026-07-14T04:18:50.710" v="908" actId="700"/>
          <ac:spMkLst>
            <pc:docMk/>
            <pc:sldMk cId="662096810" sldId="269"/>
            <ac:spMk id="4" creationId="{2B3F4B88-2B38-5C57-1C5F-EA8786937855}"/>
          </ac:spMkLst>
        </pc:spChg>
        <pc:spChg chg="add del mod ord">
          <ac:chgData name="灏锦 张" userId="098f73f048af6dd6" providerId="LiveId" clId="{31A13A29-9263-4783-AF75-B4F7CD59E009}" dt="2026-07-14T04:18:55.336" v="909" actId="700"/>
          <ac:spMkLst>
            <pc:docMk/>
            <pc:sldMk cId="662096810" sldId="269"/>
            <ac:spMk id="5" creationId="{C5AC2487-6FA6-381D-D457-44C83C5F28C4}"/>
          </ac:spMkLst>
        </pc:spChg>
        <pc:spChg chg="add mod ord">
          <ac:chgData name="灏锦 张" userId="098f73f048af6dd6" providerId="LiveId" clId="{31A13A29-9263-4783-AF75-B4F7CD59E009}" dt="2026-07-14T04:20:14.830" v="939" actId="14100"/>
          <ac:spMkLst>
            <pc:docMk/>
            <pc:sldMk cId="662096810" sldId="269"/>
            <ac:spMk id="6" creationId="{FE4676D4-E988-25A2-0763-623FE5551B53}"/>
          </ac:spMkLst>
        </pc:spChg>
        <pc:spChg chg="add mod ord">
          <ac:chgData name="灏锦 张" userId="098f73f048af6dd6" providerId="LiveId" clId="{31A13A29-9263-4783-AF75-B4F7CD59E009}" dt="2026-07-14T06:24:06.893" v="974" actId="403"/>
          <ac:spMkLst>
            <pc:docMk/>
            <pc:sldMk cId="662096810" sldId="269"/>
            <ac:spMk id="7" creationId="{1F273A87-1419-6BB1-65AF-64E1AEF52441}"/>
          </ac:spMkLst>
        </pc:spChg>
      </pc:sldChg>
      <pc:sldChg chg="addSp delSp modSp add del mod">
        <pc:chgData name="灏锦 张" userId="098f73f048af6dd6" providerId="LiveId" clId="{31A13A29-9263-4783-AF75-B4F7CD59E009}" dt="2026-07-14T06:33:32.658" v="1129" actId="2696"/>
        <pc:sldMkLst>
          <pc:docMk/>
          <pc:sldMk cId="2409025000" sldId="270"/>
        </pc:sldMkLst>
        <pc:spChg chg="add del mod">
          <ac:chgData name="灏锦 张" userId="098f73f048af6dd6" providerId="LiveId" clId="{31A13A29-9263-4783-AF75-B4F7CD59E009}" dt="2026-07-14T06:25:49.677" v="987" actId="22"/>
          <ac:spMkLst>
            <pc:docMk/>
            <pc:sldMk cId="2409025000" sldId="270"/>
            <ac:spMk id="5" creationId="{65066A5F-77D6-FD26-3FF4-6149677FB88E}"/>
          </ac:spMkLst>
        </pc:spChg>
        <pc:spChg chg="add mod">
          <ac:chgData name="灏锦 张" userId="098f73f048af6dd6" providerId="LiveId" clId="{31A13A29-9263-4783-AF75-B4F7CD59E009}" dt="2026-07-14T06:33:23.292" v="1126" actId="21"/>
          <ac:spMkLst>
            <pc:docMk/>
            <pc:sldMk cId="2409025000" sldId="270"/>
            <ac:spMk id="9" creationId="{67CE20D2-CFE5-9517-DFB7-DDBD34705CD0}"/>
          </ac:spMkLst>
        </pc:spChg>
        <pc:picChg chg="add del mod ord">
          <ac:chgData name="灏锦 张" userId="098f73f048af6dd6" providerId="LiveId" clId="{31A13A29-9263-4783-AF75-B4F7CD59E009}" dt="2026-07-14T06:33:23.292" v="1126" actId="21"/>
          <ac:picMkLst>
            <pc:docMk/>
            <pc:sldMk cId="2409025000" sldId="270"/>
            <ac:picMk id="7" creationId="{AED55F0A-B69D-BEE2-CEED-F33D60F4BA34}"/>
          </ac:picMkLst>
        </pc:picChg>
        <pc:picChg chg="del">
          <ac:chgData name="灏锦 张" userId="098f73f048af6dd6" providerId="LiveId" clId="{31A13A29-9263-4783-AF75-B4F7CD59E009}" dt="2026-07-14T06:25:43.455" v="986" actId="478"/>
          <ac:picMkLst>
            <pc:docMk/>
            <pc:sldMk cId="2409025000" sldId="270"/>
            <ac:picMk id="18" creationId="{B520F961-4A27-2C8F-7E02-5E8ACFD1803A}"/>
          </ac:picMkLst>
        </pc:picChg>
      </pc:sldChg>
      <pc:sldChg chg="addSp delSp modSp new mod modClrScheme chgLayout">
        <pc:chgData name="灏锦 张" userId="098f73f048af6dd6" providerId="LiveId" clId="{31A13A29-9263-4783-AF75-B4F7CD59E009}" dt="2026-07-14T06:42:28.767" v="1315" actId="478"/>
        <pc:sldMkLst>
          <pc:docMk/>
          <pc:sldMk cId="3855285144" sldId="270"/>
        </pc:sldMkLst>
        <pc:spChg chg="add mod">
          <ac:chgData name="灏锦 张" userId="098f73f048af6dd6" providerId="LiveId" clId="{31A13A29-9263-4783-AF75-B4F7CD59E009}" dt="2026-07-14T06:42:26.736" v="1314" actId="1076"/>
          <ac:spMkLst>
            <pc:docMk/>
            <pc:sldMk cId="3855285144" sldId="270"/>
            <ac:spMk id="2" creationId="{6818A221-922E-489A-4D76-7FFA01028F73}"/>
          </ac:spMkLst>
        </pc:spChg>
        <pc:spChg chg="add del mod">
          <ac:chgData name="灏锦 张" userId="098f73f048af6dd6" providerId="LiveId" clId="{31A13A29-9263-4783-AF75-B4F7CD59E009}" dt="2026-07-14T06:42:28.767" v="1315" actId="478"/>
          <ac:spMkLst>
            <pc:docMk/>
            <pc:sldMk cId="3855285144" sldId="270"/>
            <ac:spMk id="3" creationId="{DD9396E1-816F-CF14-54EC-28E18F11644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4DE8D-A277-AE4F-4BF6-74214E08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E54F9-D1AD-F743-F63B-D602CF353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0DD6B-24D4-9DCB-C9E2-D075E40EC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82DE3-A420-11FE-D177-5A7B1181269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2293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754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33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14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181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4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84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042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3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59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374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75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908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454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739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432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8241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7229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2984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02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0D76729-3D9D-4E24-B014-FA4A01DFD061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819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4B5563"/>
                </a:solidFill>
              </a:defRPr>
            </a:pPr>
            <a:endParaRPr sz="1950" b="0" dirty="0">
              <a:solidFill>
                <a:srgbClr val="4B5563"/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F25A555-2A7D-4838-9975-EB5476029138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16F447-7AAC-4587-87F7-C0290E46E3CC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66675" cy="1200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24560E-84B3-4584-869B-CB453391AFC9}"/>
              </a:ext>
            </a:extLst>
          </p:cNvPr>
          <p:cNvSpPr>
            <a:spLocks noGrp="1"/>
          </p:cNvSpPr>
          <p:nvPr/>
        </p:nvSpPr>
        <p:spPr>
          <a:xfrm>
            <a:off x="659606" y="570865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sz="1200" b="1" dirty="0">
                <a:solidFill>
                  <a:srgbClr val="4B5563"/>
                </a:solidFill>
              </a:rPr>
              <a:t>Experiment validation</a:t>
            </a:r>
            <a:r>
              <a:rPr lang="en-US" sz="1200" b="1" dirty="0">
                <a:solidFill>
                  <a:srgbClr val="4B5563"/>
                </a:solidFill>
              </a:rPr>
              <a:t> pipeline</a:t>
            </a:r>
            <a:endParaRPr sz="1200" b="1" dirty="0">
              <a:solidFill>
                <a:srgbClr val="4B5563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43A3F9-9EC3-4725-8905-F51C4E125BFE}"/>
              </a:ext>
            </a:extLst>
          </p:cNvPr>
          <p:cNvSpPr>
            <a:spLocks noGrp="1"/>
          </p:cNvSpPr>
          <p:nvPr/>
        </p:nvSpPr>
        <p:spPr>
          <a:xfrm>
            <a:off x="642937" y="5975350"/>
            <a:ext cx="361315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rPr lang="en-US" sz="2400" b="1" dirty="0">
                <a:solidFill>
                  <a:srgbClr val="111827"/>
                </a:solidFill>
              </a:rPr>
              <a:t>Pose + force mapping</a:t>
            </a:r>
            <a:endParaRPr sz="2400" b="1" dirty="0">
              <a:solidFill>
                <a:srgbClr val="111827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BCC636-7CBA-4304-B6C6-29A4C05AB60C}"/>
              </a:ext>
            </a:extLst>
          </p:cNvPr>
          <p:cNvSpPr>
            <a:spLocks noGrp="1"/>
          </p:cNvSpPr>
          <p:nvPr/>
        </p:nvSpPr>
        <p:spPr>
          <a:xfrm>
            <a:off x="642937" y="6436983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 dirty="0">
                <a:solidFill>
                  <a:srgbClr val="4B5563"/>
                </a:solidFill>
              </a:rPr>
              <a:t>calibrated data migration inputs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B4A54F8-EE8F-4B4B-B93E-87DC3C9F8AA5}"/>
              </a:ext>
            </a:extLst>
          </p:cNvPr>
          <p:cNvSpPr>
            <a:spLocks noGrp="1"/>
          </p:cNvSpPr>
          <p:nvPr/>
        </p:nvSpPr>
        <p:spPr>
          <a:xfrm>
            <a:off x="4222752" y="56197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282621-DD4E-4D2B-8643-57BD22B2D728}"/>
              </a:ext>
            </a:extLst>
          </p:cNvPr>
          <p:cNvSpPr>
            <a:spLocks noGrp="1"/>
          </p:cNvSpPr>
          <p:nvPr/>
        </p:nvSpPr>
        <p:spPr>
          <a:xfrm>
            <a:off x="4222752" y="5619750"/>
            <a:ext cx="66675" cy="1200150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4A60AC-355F-4134-B356-CADD9DF6B9AB}"/>
              </a:ext>
            </a:extLst>
          </p:cNvPr>
          <p:cNvSpPr>
            <a:spLocks noGrp="1"/>
          </p:cNvSpPr>
          <p:nvPr/>
        </p:nvSpPr>
        <p:spPr>
          <a:xfrm>
            <a:off x="4256089" y="5703528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lang="en-US" sz="1200" b="1" dirty="0">
                <a:solidFill>
                  <a:srgbClr val="4B5563"/>
                </a:solidFill>
              </a:rPr>
              <a:t>Manuscript evidence</a:t>
            </a:r>
            <a:endParaRPr sz="1200" b="1" dirty="0">
              <a:solidFill>
                <a:srgbClr val="4B5563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E43301-E168-468B-89B4-95029EE8826B}"/>
              </a:ext>
            </a:extLst>
          </p:cNvPr>
          <p:cNvSpPr>
            <a:spLocks noGrp="1"/>
          </p:cNvSpPr>
          <p:nvPr/>
        </p:nvSpPr>
        <p:spPr>
          <a:xfrm>
            <a:off x="4236245" y="5968491"/>
            <a:ext cx="3294064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rPr lang="en-US" sz="2400" b="1" dirty="0">
                <a:solidFill>
                  <a:srgbClr val="111827"/>
                </a:solidFill>
              </a:rPr>
              <a:t>Primitive edition done</a:t>
            </a:r>
            <a:endParaRPr sz="2400" b="1" dirty="0">
              <a:solidFill>
                <a:srgbClr val="111827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592A7A-AF72-40C3-8A9B-BEAF4C101A28}"/>
              </a:ext>
            </a:extLst>
          </p:cNvPr>
          <p:cNvSpPr>
            <a:spLocks noGrp="1"/>
          </p:cNvSpPr>
          <p:nvPr/>
        </p:nvSpPr>
        <p:spPr>
          <a:xfrm>
            <a:off x="4289427" y="6450162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 dirty="0">
                <a:solidFill>
                  <a:srgbClr val="4B5563"/>
                </a:solidFill>
              </a:rPr>
              <a:t>figure, table, and results text integrated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4C10A70-51D7-4186-8F4F-3688394690D6}"/>
              </a:ext>
            </a:extLst>
          </p:cNvPr>
          <p:cNvSpPr>
            <a:spLocks noGrp="1"/>
          </p:cNvSpPr>
          <p:nvPr/>
        </p:nvSpPr>
        <p:spPr>
          <a:xfrm>
            <a:off x="7835904" y="56197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A15047-6764-42DC-9258-3A1CFD31FACD}"/>
              </a:ext>
            </a:extLst>
          </p:cNvPr>
          <p:cNvSpPr>
            <a:spLocks noGrp="1"/>
          </p:cNvSpPr>
          <p:nvPr/>
        </p:nvSpPr>
        <p:spPr>
          <a:xfrm>
            <a:off x="7835904" y="5619750"/>
            <a:ext cx="66675" cy="120015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53D15A-8E1F-4E97-A701-1F6153CBF48C}"/>
              </a:ext>
            </a:extLst>
          </p:cNvPr>
          <p:cNvSpPr>
            <a:spLocks noGrp="1"/>
          </p:cNvSpPr>
          <p:nvPr/>
        </p:nvSpPr>
        <p:spPr>
          <a:xfrm>
            <a:off x="7869241" y="572135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sz="1200" b="1" dirty="0">
                <a:solidFill>
                  <a:srgbClr val="4B5563"/>
                </a:solidFill>
              </a:rPr>
              <a:t>Primitive model training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AB3CDC-EEB3-4B25-8F28-5A4E71F7D876}"/>
              </a:ext>
            </a:extLst>
          </p:cNvPr>
          <p:cNvSpPr>
            <a:spLocks noGrp="1"/>
          </p:cNvSpPr>
          <p:nvPr/>
        </p:nvSpPr>
        <p:spPr>
          <a:xfrm>
            <a:off x="7835904" y="5975350"/>
            <a:ext cx="3200406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rPr lang="en-US" sz="2400" b="1" dirty="0">
                <a:solidFill>
                  <a:srgbClr val="111827"/>
                </a:solidFill>
              </a:rPr>
              <a:t>Two Structure Applied</a:t>
            </a:r>
            <a:endParaRPr sz="2400" b="1" dirty="0">
              <a:solidFill>
                <a:srgbClr val="111827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94B65E6-D9D0-4801-8D47-CD54D0322222}"/>
              </a:ext>
            </a:extLst>
          </p:cNvPr>
          <p:cNvSpPr>
            <a:spLocks noGrp="1"/>
          </p:cNvSpPr>
          <p:nvPr/>
        </p:nvSpPr>
        <p:spPr>
          <a:xfrm>
            <a:off x="7885910" y="6445789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 dirty="0">
                <a:solidFill>
                  <a:srgbClr val="4B5563"/>
                </a:solidFill>
              </a:rPr>
              <a:t>training overview ready for comparison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65EAA01-1518-48B9-A486-C36DDF0765B9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01</a:t>
            </a:r>
          </a:p>
        </p:txBody>
      </p:sp>
      <p:sp>
        <p:nvSpPr>
          <p:cNvPr id="25" name="标题 24">
            <a:extLst>
              <a:ext uri="{FF2B5EF4-FFF2-40B4-BE49-F238E27FC236}">
                <a16:creationId xmlns:a16="http://schemas.microsoft.com/office/drawing/2014/main" id="{CE36B438-48EE-47BE-31C3-10E440AA5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200" b="1">
                <a:solidFill>
                  <a:srgbClr val="111827"/>
                </a:solidFill>
              </a:defRPr>
            </a:pPr>
            <a:r>
              <a:rPr lang="en-US" sz="4800" b="1" dirty="0">
                <a:solidFill>
                  <a:srgbClr val="111827"/>
                </a:solidFill>
              </a:rPr>
              <a:t>7.15</a:t>
            </a:r>
            <a:r>
              <a:rPr sz="4800" b="1" dirty="0">
                <a:solidFill>
                  <a:srgbClr val="111827"/>
                </a:solidFill>
              </a:rPr>
              <a:t> </a:t>
            </a:r>
            <a:r>
              <a:rPr lang="en-US" sz="4800" b="1" dirty="0">
                <a:solidFill>
                  <a:srgbClr val="111827"/>
                </a:solidFill>
              </a:rPr>
              <a:t>group meeting</a:t>
            </a:r>
            <a:endParaRPr sz="4800" b="1" dirty="0">
              <a:solidFill>
                <a:srgbClr val="111827"/>
              </a:solidFill>
            </a:endParaRPr>
          </a:p>
        </p:txBody>
      </p:sp>
      <p:sp>
        <p:nvSpPr>
          <p:cNvPr id="23" name="副标题 22">
            <a:extLst>
              <a:ext uri="{FF2B5EF4-FFF2-40B4-BE49-F238E27FC236}">
                <a16:creationId xmlns:a16="http://schemas.microsoft.com/office/drawing/2014/main" id="{4DEBB63F-0B4E-A47A-76AF-B683FA250E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2400" dirty="0">
                <a:solidFill>
                  <a:srgbClr val="4B5563"/>
                </a:solidFill>
              </a:rPr>
              <a:t>Ultrasound probe imitation learning data collection and model training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8287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A02A7E16-D772-6A5F-7B55-EBF8661BE71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23964" y="2667782"/>
            <a:ext cx="3437602" cy="3046785"/>
          </a:xfrm>
          <a:prstGeom prst="rect">
            <a:avLst/>
          </a:prstGeom>
        </p:spPr>
      </p:pic>
      <p:sp>
        <p:nvSpPr>
          <p:cNvPr id="6" name="标题 5">
            <a:extLst>
              <a:ext uri="{FF2B5EF4-FFF2-40B4-BE49-F238E27FC236}">
                <a16:creationId xmlns:a16="http://schemas.microsoft.com/office/drawing/2014/main" id="{AE6C3DC5-18A6-9744-D28A-A94EFAEB8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57" y="202203"/>
            <a:ext cx="11223810" cy="13038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lang="en-US" sz="2800" b="1" dirty="0">
                <a:solidFill>
                  <a:srgbClr val="111827"/>
                </a:solidFill>
              </a:rPr>
              <a:t>Two Groups of Experiment on Pose Calibration and Force </a:t>
            </a:r>
            <a:r>
              <a:rPr lang="en-US" altLang="zh-CN" sz="2800" b="1" dirty="0">
                <a:solidFill>
                  <a:srgbClr val="111827"/>
                </a:solidFill>
              </a:rPr>
              <a:t>Mapping</a:t>
            </a:r>
            <a:endParaRPr sz="2800" b="1" dirty="0">
              <a:solidFill>
                <a:srgbClr val="111827"/>
              </a:solidFill>
            </a:endParaRP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3CA26AD1-CD96-AC0B-C45D-3864ABDCEF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59548" y="2667782"/>
            <a:ext cx="3762403" cy="3095648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F9220D3-E7F1-CEFB-73A3-EC33A6F63A6E}"/>
              </a:ext>
            </a:extLst>
          </p:cNvPr>
          <p:cNvSpPr>
            <a:spLocks noGrp="1"/>
          </p:cNvSpPr>
          <p:nvPr/>
        </p:nvSpPr>
        <p:spPr>
          <a:xfrm>
            <a:off x="1143000" y="1143433"/>
            <a:ext cx="49530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FAC9976-EDDD-A97D-43E3-C2D7F85B19E0}"/>
              </a:ext>
            </a:extLst>
          </p:cNvPr>
          <p:cNvSpPr>
            <a:spLocks noGrp="1"/>
          </p:cNvSpPr>
          <p:nvPr/>
        </p:nvSpPr>
        <p:spPr>
          <a:xfrm>
            <a:off x="1314450" y="1333933"/>
            <a:ext cx="381000" cy="3810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D8A9BE2-3262-EDF3-D6B6-94C33B24B75B}"/>
              </a:ext>
            </a:extLst>
          </p:cNvPr>
          <p:cNvSpPr>
            <a:spLocks noGrp="1"/>
          </p:cNvSpPr>
          <p:nvPr/>
        </p:nvSpPr>
        <p:spPr>
          <a:xfrm>
            <a:off x="1314450" y="1391083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07AE9F7-8082-7EB1-A8F4-BB33A1ED8C8C}"/>
              </a:ext>
            </a:extLst>
          </p:cNvPr>
          <p:cNvSpPr>
            <a:spLocks noGrp="1"/>
          </p:cNvSpPr>
          <p:nvPr/>
        </p:nvSpPr>
        <p:spPr>
          <a:xfrm>
            <a:off x="1828800" y="1314883"/>
            <a:ext cx="407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 dirty="0">
                <a:solidFill>
                  <a:srgbClr val="111827"/>
                </a:solidFill>
              </a:rPr>
              <a:t>Rigid pose transformation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CD04CB-B14B-60AE-95DA-58A6407B8DE8}"/>
              </a:ext>
            </a:extLst>
          </p:cNvPr>
          <p:cNvSpPr>
            <a:spLocks noGrp="1"/>
          </p:cNvSpPr>
          <p:nvPr/>
        </p:nvSpPr>
        <p:spPr>
          <a:xfrm>
            <a:off x="1828800" y="1638733"/>
            <a:ext cx="4076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 dirty="0">
                <a:solidFill>
                  <a:srgbClr val="4B5563"/>
                </a:solidFill>
              </a:rPr>
              <a:t>Validated tag-to-flange conversion on full and axis-constrained robot motions.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3101B8D-DAA8-238D-4102-737580609FAE}"/>
              </a:ext>
            </a:extLst>
          </p:cNvPr>
          <p:cNvSpPr>
            <a:spLocks noGrp="1"/>
          </p:cNvSpPr>
          <p:nvPr/>
        </p:nvSpPr>
        <p:spPr>
          <a:xfrm>
            <a:off x="6229350" y="1124383"/>
            <a:ext cx="49530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A5EF5932-EF47-405C-E445-880B81B68504}"/>
              </a:ext>
            </a:extLst>
          </p:cNvPr>
          <p:cNvSpPr>
            <a:spLocks noGrp="1"/>
          </p:cNvSpPr>
          <p:nvPr/>
        </p:nvSpPr>
        <p:spPr>
          <a:xfrm>
            <a:off x="6400800" y="1314883"/>
            <a:ext cx="381000" cy="381000"/>
          </a:xfrm>
          <a:prstGeom prst="ellipse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0643657-5E9D-7897-1183-A6CD7B8BBB0A}"/>
              </a:ext>
            </a:extLst>
          </p:cNvPr>
          <p:cNvSpPr>
            <a:spLocks noGrp="1"/>
          </p:cNvSpPr>
          <p:nvPr/>
        </p:nvSpPr>
        <p:spPr>
          <a:xfrm>
            <a:off x="6400800" y="1372033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F8959FC-F66E-8A24-CD2D-0318A6216C74}"/>
              </a:ext>
            </a:extLst>
          </p:cNvPr>
          <p:cNvSpPr>
            <a:spLocks noGrp="1"/>
          </p:cNvSpPr>
          <p:nvPr/>
        </p:nvSpPr>
        <p:spPr>
          <a:xfrm>
            <a:off x="6915150" y="1295833"/>
            <a:ext cx="407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 dirty="0">
                <a:solidFill>
                  <a:srgbClr val="111827"/>
                </a:solidFill>
              </a:rPr>
              <a:t>Normal force mapping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4788BDF-9BB2-5D9B-DC48-AEF9617BBE86}"/>
              </a:ext>
            </a:extLst>
          </p:cNvPr>
          <p:cNvSpPr>
            <a:spLocks noGrp="1"/>
          </p:cNvSpPr>
          <p:nvPr/>
        </p:nvSpPr>
        <p:spPr>
          <a:xfrm>
            <a:off x="6915150" y="1619683"/>
            <a:ext cx="4076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 dirty="0">
                <a:solidFill>
                  <a:srgbClr val="4B5563"/>
                </a:solidFill>
              </a:rPr>
              <a:t>Trained proxy-signal mapping from IMU and </a:t>
            </a:r>
            <a:r>
              <a:rPr sz="1200" b="0" dirty="0" err="1">
                <a:solidFill>
                  <a:srgbClr val="4B5563"/>
                </a:solidFill>
              </a:rPr>
              <a:t>Paxini</a:t>
            </a:r>
            <a:r>
              <a:rPr sz="1200" b="0" dirty="0">
                <a:solidFill>
                  <a:srgbClr val="4B5563"/>
                </a:solidFill>
              </a:rPr>
              <a:t> measurements to KWR75B normal force.</a:t>
            </a:r>
          </a:p>
        </p:txBody>
      </p:sp>
    </p:spTree>
    <p:extLst>
      <p:ext uri="{BB962C8B-B14F-4D97-AF65-F5344CB8AC3E}">
        <p14:creationId xmlns:p14="http://schemas.microsoft.com/office/powerpoint/2010/main" val="3959909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711E10F-B249-46FA-A5CC-EB46A010B8C8}"/>
              </a:ext>
            </a:extLst>
          </p:cNvPr>
          <p:cNvSpPr>
            <a:spLocks noGrp="1"/>
          </p:cNvSpPr>
          <p:nvPr/>
        </p:nvSpPr>
        <p:spPr>
          <a:xfrm>
            <a:off x="4081182" y="723900"/>
            <a:ext cx="4029636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00" b="1">
                <a:solidFill>
                  <a:srgbClr val="111827"/>
                </a:solidFill>
              </a:defRPr>
            </a:pPr>
            <a:r>
              <a:rPr sz="3000" b="1" dirty="0">
                <a:solidFill>
                  <a:srgbClr val="111827"/>
                </a:solidFill>
              </a:rPr>
              <a:t>Rigid </a:t>
            </a:r>
            <a:r>
              <a:rPr lang="en-US" altLang="zh-CN" sz="3000" b="1" dirty="0">
                <a:solidFill>
                  <a:srgbClr val="111827"/>
                </a:solidFill>
              </a:rPr>
              <a:t>P</a:t>
            </a:r>
            <a:r>
              <a:rPr sz="3000" b="1" dirty="0">
                <a:solidFill>
                  <a:srgbClr val="111827"/>
                </a:solidFill>
              </a:rPr>
              <a:t>ose </a:t>
            </a:r>
            <a:r>
              <a:rPr lang="en-US" sz="3000" b="1" dirty="0">
                <a:solidFill>
                  <a:srgbClr val="111827"/>
                </a:solidFill>
              </a:rPr>
              <a:t>C</a:t>
            </a:r>
            <a:r>
              <a:rPr sz="3000" b="1" dirty="0">
                <a:solidFill>
                  <a:srgbClr val="111827"/>
                </a:solidFill>
              </a:rPr>
              <a:t>onversion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94B02C-BC58-435E-A1BE-C039595D7475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32425" y="1581150"/>
            <a:ext cx="5279100" cy="43434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3640764D-27D2-4E38-8CA6-9DDADF11D504}"/>
              </a:ext>
            </a:extLst>
          </p:cNvPr>
          <p:cNvSpPr>
            <a:spLocks noGrp="1"/>
          </p:cNvSpPr>
          <p:nvPr/>
        </p:nvSpPr>
        <p:spPr>
          <a:xfrm>
            <a:off x="8515350" y="1752600"/>
            <a:ext cx="28575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AF4023-7190-4150-8FA2-B34DDC694CC1}"/>
              </a:ext>
            </a:extLst>
          </p:cNvPr>
          <p:cNvSpPr>
            <a:spLocks noGrp="1"/>
          </p:cNvSpPr>
          <p:nvPr/>
        </p:nvSpPr>
        <p:spPr>
          <a:xfrm>
            <a:off x="8515350" y="1752600"/>
            <a:ext cx="66675" cy="1200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6EA325-849E-4170-B2F1-42BA0F1E63D8}"/>
              </a:ext>
            </a:extLst>
          </p:cNvPr>
          <p:cNvSpPr>
            <a:spLocks noGrp="1"/>
          </p:cNvSpPr>
          <p:nvPr/>
        </p:nvSpPr>
        <p:spPr>
          <a:xfrm>
            <a:off x="8724900" y="192405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Full 6-DoF test error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4E4756-DF1F-42DD-9104-18BC89FB1DF5}"/>
              </a:ext>
            </a:extLst>
          </p:cNvPr>
          <p:cNvSpPr>
            <a:spLocks noGrp="1"/>
          </p:cNvSpPr>
          <p:nvPr/>
        </p:nvSpPr>
        <p:spPr>
          <a:xfrm>
            <a:off x="8724900" y="2209800"/>
            <a:ext cx="2495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2.73 mm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FE29AF-B6E1-43EB-9704-0B57D1C8E2B7}"/>
              </a:ext>
            </a:extLst>
          </p:cNvPr>
          <p:cNvSpPr>
            <a:spLocks noGrp="1"/>
          </p:cNvSpPr>
          <p:nvPr/>
        </p:nvSpPr>
        <p:spPr>
          <a:xfrm>
            <a:off x="8724900" y="262890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translation mean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A1D908E-8FA2-411B-8777-D46E9CCF25B0}"/>
              </a:ext>
            </a:extLst>
          </p:cNvPr>
          <p:cNvSpPr>
            <a:spLocks noGrp="1"/>
          </p:cNvSpPr>
          <p:nvPr/>
        </p:nvSpPr>
        <p:spPr>
          <a:xfrm>
            <a:off x="8515350" y="3105150"/>
            <a:ext cx="28575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C93E04-32B2-499D-A7CA-6CD35ADD04A7}"/>
              </a:ext>
            </a:extLst>
          </p:cNvPr>
          <p:cNvSpPr>
            <a:spLocks noGrp="1"/>
          </p:cNvSpPr>
          <p:nvPr/>
        </p:nvSpPr>
        <p:spPr>
          <a:xfrm>
            <a:off x="8515350" y="3105150"/>
            <a:ext cx="66675" cy="12001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34C174-A45E-4D06-905D-947F3432D4E2}"/>
              </a:ext>
            </a:extLst>
          </p:cNvPr>
          <p:cNvSpPr>
            <a:spLocks noGrp="1"/>
          </p:cNvSpPr>
          <p:nvPr/>
        </p:nvSpPr>
        <p:spPr>
          <a:xfrm>
            <a:off x="8724900" y="327660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Full 6-DoF rotation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1382B8-DAB9-40FB-B9A9-853A343A6B13}"/>
              </a:ext>
            </a:extLst>
          </p:cNvPr>
          <p:cNvSpPr>
            <a:spLocks noGrp="1"/>
          </p:cNvSpPr>
          <p:nvPr/>
        </p:nvSpPr>
        <p:spPr>
          <a:xfrm>
            <a:off x="8724900" y="3562350"/>
            <a:ext cx="2495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1.24 deg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24FBB4B-C5AD-444B-8BAE-16566433C46F}"/>
              </a:ext>
            </a:extLst>
          </p:cNvPr>
          <p:cNvSpPr>
            <a:spLocks noGrp="1"/>
          </p:cNvSpPr>
          <p:nvPr/>
        </p:nvSpPr>
        <p:spPr>
          <a:xfrm>
            <a:off x="8724900" y="398145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rotation mean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67E4B81-1880-4508-91CD-B2BA4576B72F}"/>
              </a:ext>
            </a:extLst>
          </p:cNvPr>
          <p:cNvSpPr>
            <a:spLocks noGrp="1"/>
          </p:cNvSpPr>
          <p:nvPr/>
        </p:nvSpPr>
        <p:spPr>
          <a:xfrm>
            <a:off x="8515350" y="4457700"/>
            <a:ext cx="28575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0CCC2E6-BFB4-47C3-9927-9ED77B0C3FD2}"/>
              </a:ext>
            </a:extLst>
          </p:cNvPr>
          <p:cNvSpPr>
            <a:spLocks noGrp="1"/>
          </p:cNvSpPr>
          <p:nvPr/>
        </p:nvSpPr>
        <p:spPr>
          <a:xfrm>
            <a:off x="8515350" y="4457700"/>
            <a:ext cx="66675" cy="1200150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1906008-BE25-44F8-9DBE-CCC7C4AE885B}"/>
              </a:ext>
            </a:extLst>
          </p:cNvPr>
          <p:cNvSpPr>
            <a:spLocks noGrp="1"/>
          </p:cNvSpPr>
          <p:nvPr/>
        </p:nvSpPr>
        <p:spPr>
          <a:xfrm>
            <a:off x="8724900" y="462915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Pairing quality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15B0616-F6CC-4940-9846-50912A99DBAE}"/>
              </a:ext>
            </a:extLst>
          </p:cNvPr>
          <p:cNvSpPr>
            <a:spLocks noGrp="1"/>
          </p:cNvSpPr>
          <p:nvPr/>
        </p:nvSpPr>
        <p:spPr>
          <a:xfrm>
            <a:off x="8724900" y="4914900"/>
            <a:ext cx="2495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16.72 ms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A98400-4327-49E4-BBAB-EBC478EF6055}"/>
              </a:ext>
            </a:extLst>
          </p:cNvPr>
          <p:cNvSpPr>
            <a:spLocks noGrp="1"/>
          </p:cNvSpPr>
          <p:nvPr/>
        </p:nvSpPr>
        <p:spPr>
          <a:xfrm>
            <a:off x="8724900" y="533400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maximum test-set time difference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AB05AB-9EB8-47E5-8407-BDDD82CACF26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Ultrasound probe imitation learning - weekly update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A97A025-6BD1-4F30-B1E1-D57502E4083D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2178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9B8DC019-05A6-41C3-97C2-214D63F25DF2}"/>
              </a:ext>
            </a:extLst>
          </p:cNvPr>
          <p:cNvSpPr>
            <a:spLocks noGrp="1"/>
          </p:cNvSpPr>
          <p:nvPr/>
        </p:nvSpPr>
        <p:spPr>
          <a:xfrm>
            <a:off x="4893049" y="704850"/>
            <a:ext cx="2824163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 dirty="0">
                <a:solidFill>
                  <a:srgbClr val="111827"/>
                </a:solidFill>
              </a:rPr>
              <a:t>Force </a:t>
            </a:r>
            <a:r>
              <a:rPr lang="en-US" sz="3000" b="1" dirty="0">
                <a:solidFill>
                  <a:srgbClr val="111827"/>
                </a:solidFill>
              </a:rPr>
              <a:t>M</a:t>
            </a:r>
            <a:r>
              <a:rPr sz="3000" b="1" dirty="0">
                <a:solidFill>
                  <a:srgbClr val="111827"/>
                </a:solidFill>
              </a:rPr>
              <a:t>apping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60AD62-BA07-4024-99F3-BC776F297C5E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B4CB1EA-11C7-47B9-8533-84DCA50F90E7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2381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DC693E-AF6C-4A6B-93E5-319B6CDD166B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66675" cy="1200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47E97F-65A5-422B-9BA9-D8F6E6B7BE62}"/>
              </a:ext>
            </a:extLst>
          </p:cNvPr>
          <p:cNvSpPr>
            <a:spLocks noGrp="1"/>
          </p:cNvSpPr>
          <p:nvPr/>
        </p:nvSpPr>
        <p:spPr>
          <a:xfrm>
            <a:off x="895350" y="192405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Dataset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FC8513-C449-4046-A7D1-F238519D64C2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2428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3D32BD-7B46-4857-AF82-C7CA2B5D04C5}"/>
              </a:ext>
            </a:extLst>
          </p:cNvPr>
          <p:cNvSpPr>
            <a:spLocks noGrp="1"/>
          </p:cNvSpPr>
          <p:nvPr/>
        </p:nvSpPr>
        <p:spPr>
          <a:xfrm>
            <a:off x="895350" y="262890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aligned samples from 7 sessions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BEC756A-EE68-4627-8D8F-82617484A36D}"/>
              </a:ext>
            </a:extLst>
          </p:cNvPr>
          <p:cNvSpPr>
            <a:spLocks noGrp="1"/>
          </p:cNvSpPr>
          <p:nvPr/>
        </p:nvSpPr>
        <p:spPr>
          <a:xfrm>
            <a:off x="3333750" y="17526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F5BA929-0E35-4185-BB3F-A35739889E25}"/>
              </a:ext>
            </a:extLst>
          </p:cNvPr>
          <p:cNvSpPr>
            <a:spLocks noGrp="1"/>
          </p:cNvSpPr>
          <p:nvPr/>
        </p:nvSpPr>
        <p:spPr>
          <a:xfrm>
            <a:off x="3333750" y="1752600"/>
            <a:ext cx="66675" cy="1200150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31A59E-685E-4F16-B3C7-C19E131F64B7}"/>
              </a:ext>
            </a:extLst>
          </p:cNvPr>
          <p:cNvSpPr>
            <a:spLocks noGrp="1"/>
          </p:cNvSpPr>
          <p:nvPr/>
        </p:nvSpPr>
        <p:spPr>
          <a:xfrm>
            <a:off x="3543300" y="192405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Input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99AEF1-EADC-4EA5-BD02-5BA2AB091615}"/>
              </a:ext>
            </a:extLst>
          </p:cNvPr>
          <p:cNvSpPr>
            <a:spLocks noGrp="1"/>
          </p:cNvSpPr>
          <p:nvPr/>
        </p:nvSpPr>
        <p:spPr>
          <a:xfrm>
            <a:off x="3543300" y="2209800"/>
            <a:ext cx="2781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8D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3219DD8-B57C-49F0-851E-3C29A13AC5D3}"/>
              </a:ext>
            </a:extLst>
          </p:cNvPr>
          <p:cNvSpPr>
            <a:spLocks noGrp="1"/>
          </p:cNvSpPr>
          <p:nvPr/>
        </p:nvSpPr>
        <p:spPr>
          <a:xfrm>
            <a:off x="3543300" y="26289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pitch, roll, left/right 3-axis Paxini force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2323F38-2A93-4AF7-A423-743CB69FDEDA}"/>
              </a:ext>
            </a:extLst>
          </p:cNvPr>
          <p:cNvSpPr>
            <a:spLocks noGrp="1"/>
          </p:cNvSpPr>
          <p:nvPr/>
        </p:nvSpPr>
        <p:spPr>
          <a:xfrm>
            <a:off x="6743700" y="1776413"/>
            <a:ext cx="2381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D16D16-4244-4679-884F-6F5B1CC95E10}"/>
              </a:ext>
            </a:extLst>
          </p:cNvPr>
          <p:cNvSpPr>
            <a:spLocks noGrp="1"/>
          </p:cNvSpPr>
          <p:nvPr/>
        </p:nvSpPr>
        <p:spPr>
          <a:xfrm>
            <a:off x="6743700" y="1752600"/>
            <a:ext cx="66675" cy="12001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DAF5B1-BCBF-439A-AE98-F993E6F89F6A}"/>
              </a:ext>
            </a:extLst>
          </p:cNvPr>
          <p:cNvSpPr>
            <a:spLocks noGrp="1"/>
          </p:cNvSpPr>
          <p:nvPr/>
        </p:nvSpPr>
        <p:spPr>
          <a:xfrm>
            <a:off x="6953250" y="192405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Target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5165EA-E8DE-4448-925C-2E804F0C040F}"/>
              </a:ext>
            </a:extLst>
          </p:cNvPr>
          <p:cNvSpPr>
            <a:spLocks noGrp="1"/>
          </p:cNvSpPr>
          <p:nvPr/>
        </p:nvSpPr>
        <p:spPr>
          <a:xfrm>
            <a:off x="6953250" y="2209800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1D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72F290E-DAFF-4866-89BE-E01C28DE8293}"/>
              </a:ext>
            </a:extLst>
          </p:cNvPr>
          <p:cNvSpPr>
            <a:spLocks noGrp="1"/>
          </p:cNvSpPr>
          <p:nvPr/>
        </p:nvSpPr>
        <p:spPr>
          <a:xfrm>
            <a:off x="6953250" y="262890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KWR75B normal force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9CE946D-5593-475A-91DB-1A9121D88D65}"/>
              </a:ext>
            </a:extLst>
          </p:cNvPr>
          <p:cNvSpPr>
            <a:spLocks noGrp="1"/>
          </p:cNvSpPr>
          <p:nvPr/>
        </p:nvSpPr>
        <p:spPr>
          <a:xfrm>
            <a:off x="9391650" y="1752600"/>
            <a:ext cx="21907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1F741E3-A21D-4B57-A8EF-66C3E4A46015}"/>
              </a:ext>
            </a:extLst>
          </p:cNvPr>
          <p:cNvSpPr>
            <a:spLocks noGrp="1"/>
          </p:cNvSpPr>
          <p:nvPr/>
        </p:nvSpPr>
        <p:spPr>
          <a:xfrm>
            <a:off x="9391650" y="1752600"/>
            <a:ext cx="66675" cy="120015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C5977EB-7377-4BC9-8F4D-AB873296C675}"/>
              </a:ext>
            </a:extLst>
          </p:cNvPr>
          <p:cNvSpPr>
            <a:spLocks noGrp="1"/>
          </p:cNvSpPr>
          <p:nvPr/>
        </p:nvSpPr>
        <p:spPr>
          <a:xfrm>
            <a:off x="9601200" y="1924050"/>
            <a:ext cx="182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Split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95CCEDE-7D68-4DAA-A7FD-A8B88E56FFB1}"/>
              </a:ext>
            </a:extLst>
          </p:cNvPr>
          <p:cNvSpPr>
            <a:spLocks noGrp="1"/>
          </p:cNvSpPr>
          <p:nvPr/>
        </p:nvSpPr>
        <p:spPr>
          <a:xfrm>
            <a:off x="9601200" y="220980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1699 / 364 / 365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219E868-F4F8-440B-85EA-8D481222A460}"/>
              </a:ext>
            </a:extLst>
          </p:cNvPr>
          <p:cNvSpPr>
            <a:spLocks noGrp="1"/>
          </p:cNvSpPr>
          <p:nvPr/>
        </p:nvSpPr>
        <p:spPr>
          <a:xfrm>
            <a:off x="9601200" y="2628900"/>
            <a:ext cx="182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train / val / test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5485961-3ECF-4D7F-B16D-F8F25A5FA112}"/>
              </a:ext>
            </a:extLst>
          </p:cNvPr>
          <p:cNvSpPr>
            <a:spLocks noGrp="1"/>
          </p:cNvSpPr>
          <p:nvPr/>
        </p:nvSpPr>
        <p:spPr>
          <a:xfrm>
            <a:off x="621647" y="3686178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 dirty="0">
                <a:solidFill>
                  <a:srgbClr val="111827"/>
                </a:solidFill>
              </a:rPr>
              <a:t>Model performance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1A9A300-314A-402B-BA7B-1BB21271312B}"/>
              </a:ext>
            </a:extLst>
          </p:cNvPr>
          <p:cNvSpPr>
            <a:spLocks noGrp="1"/>
          </p:cNvSpPr>
          <p:nvPr/>
        </p:nvSpPr>
        <p:spPr>
          <a:xfrm>
            <a:off x="716897" y="4200528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Split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1681A42-7982-49F1-985A-7359037FF765}"/>
              </a:ext>
            </a:extLst>
          </p:cNvPr>
          <p:cNvSpPr>
            <a:spLocks noGrp="1"/>
          </p:cNvSpPr>
          <p:nvPr/>
        </p:nvSpPr>
        <p:spPr>
          <a:xfrm>
            <a:off x="2145647" y="4200528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MAE (N)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2C046B0-101D-4D85-BCB2-00F19C772CCC}"/>
              </a:ext>
            </a:extLst>
          </p:cNvPr>
          <p:cNvSpPr>
            <a:spLocks noGrp="1"/>
          </p:cNvSpPr>
          <p:nvPr/>
        </p:nvSpPr>
        <p:spPr>
          <a:xfrm>
            <a:off x="3288647" y="4200528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B5563"/>
                </a:solidFill>
              </a:defRPr>
            </a:pPr>
            <a:r>
              <a:rPr sz="1275" b="1" dirty="0">
                <a:solidFill>
                  <a:srgbClr val="4B5563"/>
                </a:solidFill>
              </a:rPr>
              <a:t>RMSE (N)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6EF8D69-337A-4F1B-818C-17239E841CC3}"/>
              </a:ext>
            </a:extLst>
          </p:cNvPr>
          <p:cNvSpPr>
            <a:spLocks noGrp="1"/>
          </p:cNvSpPr>
          <p:nvPr/>
        </p:nvSpPr>
        <p:spPr>
          <a:xfrm>
            <a:off x="4431647" y="4200528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R2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3C6C800-D709-4824-88B2-99F688C78AA0}"/>
              </a:ext>
            </a:extLst>
          </p:cNvPr>
          <p:cNvSpPr>
            <a:spLocks noGrp="1"/>
          </p:cNvSpPr>
          <p:nvPr/>
        </p:nvSpPr>
        <p:spPr>
          <a:xfrm>
            <a:off x="5479397" y="4200528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Pearson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7CA915F-0919-4209-8528-E31A42068BC8}"/>
              </a:ext>
            </a:extLst>
          </p:cNvPr>
          <p:cNvSpPr>
            <a:spLocks noGrp="1"/>
          </p:cNvSpPr>
          <p:nvPr/>
        </p:nvSpPr>
        <p:spPr>
          <a:xfrm>
            <a:off x="640697" y="4533903"/>
            <a:ext cx="60579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99D1801-F0E1-43BE-A0AA-6E7912781B18}"/>
              </a:ext>
            </a:extLst>
          </p:cNvPr>
          <p:cNvSpPr>
            <a:spLocks noGrp="1"/>
          </p:cNvSpPr>
          <p:nvPr/>
        </p:nvSpPr>
        <p:spPr>
          <a:xfrm>
            <a:off x="716897" y="4600578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Train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6C608B5-B143-42CF-9C42-B2B30D2AB0BA}"/>
              </a:ext>
            </a:extLst>
          </p:cNvPr>
          <p:cNvSpPr>
            <a:spLocks noGrp="1"/>
          </p:cNvSpPr>
          <p:nvPr/>
        </p:nvSpPr>
        <p:spPr>
          <a:xfrm>
            <a:off x="2145647" y="4600578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0.826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AF0CCA5-991C-414A-AC2B-EE582BA7C9B1}"/>
              </a:ext>
            </a:extLst>
          </p:cNvPr>
          <p:cNvSpPr>
            <a:spLocks noGrp="1"/>
          </p:cNvSpPr>
          <p:nvPr/>
        </p:nvSpPr>
        <p:spPr>
          <a:xfrm>
            <a:off x="3288647" y="4600578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1.096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C2D5071-E01C-4ACA-B19E-437487858AC2}"/>
              </a:ext>
            </a:extLst>
          </p:cNvPr>
          <p:cNvSpPr>
            <a:spLocks noGrp="1"/>
          </p:cNvSpPr>
          <p:nvPr/>
        </p:nvSpPr>
        <p:spPr>
          <a:xfrm>
            <a:off x="4431647" y="4600578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0.910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BBE04B4-86D3-4966-B8A4-B6857B0CA576}"/>
              </a:ext>
            </a:extLst>
          </p:cNvPr>
          <p:cNvSpPr>
            <a:spLocks noGrp="1"/>
          </p:cNvSpPr>
          <p:nvPr/>
        </p:nvSpPr>
        <p:spPr>
          <a:xfrm>
            <a:off x="5479397" y="4600578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0.955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6DBF2F8-711D-450B-9156-568F3BE32E3B}"/>
              </a:ext>
            </a:extLst>
          </p:cNvPr>
          <p:cNvSpPr>
            <a:spLocks noGrp="1"/>
          </p:cNvSpPr>
          <p:nvPr/>
        </p:nvSpPr>
        <p:spPr>
          <a:xfrm>
            <a:off x="640697" y="4972053"/>
            <a:ext cx="60579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3F38646-69B6-48AB-B27E-E0C562D7C7F2}"/>
              </a:ext>
            </a:extLst>
          </p:cNvPr>
          <p:cNvSpPr>
            <a:spLocks noGrp="1"/>
          </p:cNvSpPr>
          <p:nvPr/>
        </p:nvSpPr>
        <p:spPr>
          <a:xfrm>
            <a:off x="716897" y="5038728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Validation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336E9E3-F400-456B-BB3F-90F56CF402EC}"/>
              </a:ext>
            </a:extLst>
          </p:cNvPr>
          <p:cNvSpPr>
            <a:spLocks noGrp="1"/>
          </p:cNvSpPr>
          <p:nvPr/>
        </p:nvSpPr>
        <p:spPr>
          <a:xfrm>
            <a:off x="2145647" y="5038728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1.067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2C0BF88-8583-42B2-9BFB-7E638CC71AB6}"/>
              </a:ext>
            </a:extLst>
          </p:cNvPr>
          <p:cNvSpPr>
            <a:spLocks noGrp="1"/>
          </p:cNvSpPr>
          <p:nvPr/>
        </p:nvSpPr>
        <p:spPr>
          <a:xfrm>
            <a:off x="3288647" y="5038728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1.505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F13B9C9-A8F3-440B-8FE7-F63A46BE9DDC}"/>
              </a:ext>
            </a:extLst>
          </p:cNvPr>
          <p:cNvSpPr>
            <a:spLocks noGrp="1"/>
          </p:cNvSpPr>
          <p:nvPr/>
        </p:nvSpPr>
        <p:spPr>
          <a:xfrm>
            <a:off x="4431647" y="5038728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0.860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1330208-776B-4130-9E9F-94CAB4AF28D5}"/>
              </a:ext>
            </a:extLst>
          </p:cNvPr>
          <p:cNvSpPr>
            <a:spLocks noGrp="1"/>
          </p:cNvSpPr>
          <p:nvPr/>
        </p:nvSpPr>
        <p:spPr>
          <a:xfrm>
            <a:off x="5479397" y="5038728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0.930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CE37F6A-AE5D-4A35-B1BD-DB7387020C6B}"/>
              </a:ext>
            </a:extLst>
          </p:cNvPr>
          <p:cNvSpPr>
            <a:spLocks noGrp="1"/>
          </p:cNvSpPr>
          <p:nvPr/>
        </p:nvSpPr>
        <p:spPr>
          <a:xfrm>
            <a:off x="640697" y="5410203"/>
            <a:ext cx="6057900" cy="381000"/>
          </a:xfrm>
          <a:prstGeom prst="rect">
            <a:avLst/>
          </a:prstGeom>
          <a:solidFill>
            <a:srgbClr val="EFF6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94CB88D-D34E-44AE-B31D-9A5E4627D48F}"/>
              </a:ext>
            </a:extLst>
          </p:cNvPr>
          <p:cNvSpPr>
            <a:spLocks noGrp="1"/>
          </p:cNvSpPr>
          <p:nvPr/>
        </p:nvSpPr>
        <p:spPr>
          <a:xfrm>
            <a:off x="716897" y="5476878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Test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E02E65F-20C2-4098-B5A6-7D3A8DBAB942}"/>
              </a:ext>
            </a:extLst>
          </p:cNvPr>
          <p:cNvSpPr>
            <a:spLocks noGrp="1"/>
          </p:cNvSpPr>
          <p:nvPr/>
        </p:nvSpPr>
        <p:spPr>
          <a:xfrm>
            <a:off x="2145647" y="5476878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1.183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DA2F804-2F93-4BA7-8D57-E75C10C247C7}"/>
              </a:ext>
            </a:extLst>
          </p:cNvPr>
          <p:cNvSpPr>
            <a:spLocks noGrp="1"/>
          </p:cNvSpPr>
          <p:nvPr/>
        </p:nvSpPr>
        <p:spPr>
          <a:xfrm>
            <a:off x="3288647" y="5476878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1.683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2E85DCA-F153-45A5-BF83-1794AB621390}"/>
              </a:ext>
            </a:extLst>
          </p:cNvPr>
          <p:cNvSpPr>
            <a:spLocks noGrp="1"/>
          </p:cNvSpPr>
          <p:nvPr/>
        </p:nvSpPr>
        <p:spPr>
          <a:xfrm>
            <a:off x="4431647" y="5476878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0.847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BF8749A-E422-4867-8E47-EA080C2A08AD}"/>
              </a:ext>
            </a:extLst>
          </p:cNvPr>
          <p:cNvSpPr>
            <a:spLocks noGrp="1"/>
          </p:cNvSpPr>
          <p:nvPr/>
        </p:nvSpPr>
        <p:spPr>
          <a:xfrm>
            <a:off x="5479397" y="5476878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0.921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29CE7BA-20FD-4D3E-BF08-A360A8468CCD}"/>
              </a:ext>
            </a:extLst>
          </p:cNvPr>
          <p:cNvSpPr>
            <a:spLocks noGrp="1"/>
          </p:cNvSpPr>
          <p:nvPr/>
        </p:nvSpPr>
        <p:spPr>
          <a:xfrm>
            <a:off x="6698597" y="3905251"/>
            <a:ext cx="4979333" cy="23288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zh-CN" altLang="zh-CN" sz="1600" b="1" dirty="0"/>
              <a:t>MAE (N)</a:t>
            </a:r>
            <a:r>
              <a:rPr lang="zh-CN" altLang="zh-CN" sz="1600" dirty="0"/>
              <a:t>: average absolute force prediction error; lower is better.</a:t>
            </a:r>
          </a:p>
          <a:p>
            <a:r>
              <a:rPr lang="zh-CN" altLang="zh-CN" sz="1600" b="1" dirty="0"/>
              <a:t>RMSE (N)</a:t>
            </a:r>
            <a:r>
              <a:rPr lang="zh-CN" altLang="zh-CN" sz="1600" dirty="0"/>
              <a:t>: error metric that penalizes larger prediction mistakes more strongly; lower is better.</a:t>
            </a:r>
          </a:p>
          <a:p>
            <a:r>
              <a:rPr lang="zh-CN" altLang="zh-CN" sz="1600" b="1" dirty="0"/>
              <a:t>R²</a:t>
            </a:r>
            <a:r>
              <a:rPr lang="zh-CN" altLang="zh-CN" sz="1600" dirty="0"/>
              <a:t>: proportion of force variance explained by the model; closer to 1 is better.</a:t>
            </a:r>
          </a:p>
          <a:p>
            <a:r>
              <a:rPr lang="zh-CN" altLang="zh-CN" sz="1600" b="1" dirty="0"/>
              <a:t>Pearson</a:t>
            </a:r>
            <a:r>
              <a:rPr lang="zh-CN" altLang="zh-CN" sz="1600" dirty="0"/>
              <a:t>: linear correlation between predicted and measured force; closer to 1 means stronger agreement.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1CC1304-87D7-4B55-8419-BD475ED5C247}"/>
              </a:ext>
            </a:extLst>
          </p:cNvPr>
          <p:cNvSpPr>
            <a:spLocks noGrp="1"/>
          </p:cNvSpPr>
          <p:nvPr/>
        </p:nvSpPr>
        <p:spPr>
          <a:xfrm>
            <a:off x="621648" y="6143627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Ultrasound probe imitation learning - weekly update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ABB7431-A1D6-47F6-9232-8C0A33844006}"/>
              </a:ext>
            </a:extLst>
          </p:cNvPr>
          <p:cNvSpPr>
            <a:spLocks noGrp="1"/>
          </p:cNvSpPr>
          <p:nvPr/>
        </p:nvSpPr>
        <p:spPr>
          <a:xfrm>
            <a:off x="11194398" y="6143627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7818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61DBB596-CF99-4A7C-9306-25709683472E}"/>
              </a:ext>
            </a:extLst>
          </p:cNvPr>
          <p:cNvSpPr>
            <a:spLocks noGrp="1"/>
          </p:cNvSpPr>
          <p:nvPr/>
        </p:nvSpPr>
        <p:spPr>
          <a:xfrm>
            <a:off x="4806203" y="723900"/>
            <a:ext cx="3341594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lang="en-US" sz="3000" b="1" dirty="0">
                <a:solidFill>
                  <a:srgbClr val="111827"/>
                </a:solidFill>
              </a:rPr>
              <a:t>Manuscript Update</a:t>
            </a:r>
            <a:endParaRPr sz="3000" b="1" dirty="0">
              <a:solidFill>
                <a:srgbClr val="111827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3EE521-F560-4DFB-BBC9-5215A279A60F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30EB50-CA09-4D53-8F03-55BA631CF05D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Ultrasound probe imitation learning - weekly update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A9FA885-9EE1-8C2F-4F0D-A6A74BDA9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357" y="1812354"/>
            <a:ext cx="3123202" cy="402637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C39F7FB-397A-0AB5-2EA2-36B15DFF0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603" y="1812354"/>
            <a:ext cx="3123203" cy="403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154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D2855374-C588-45E9-B3E5-6D05FB17E78E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lang="en-US" sz="3000" b="1" dirty="0">
                <a:solidFill>
                  <a:srgbClr val="111827"/>
                </a:solidFill>
              </a:rPr>
              <a:t>D</a:t>
            </a:r>
            <a:r>
              <a:rPr sz="3000" b="1" dirty="0">
                <a:solidFill>
                  <a:srgbClr val="111827"/>
                </a:solidFill>
              </a:rPr>
              <a:t>iffusion</a:t>
            </a:r>
            <a:r>
              <a:rPr lang="en-US" sz="3000" b="1" dirty="0">
                <a:solidFill>
                  <a:srgbClr val="111827"/>
                </a:solidFill>
              </a:rPr>
              <a:t> policy training </a:t>
            </a:r>
            <a:endParaRPr sz="3000" b="1" dirty="0">
              <a:solidFill>
                <a:srgbClr val="111827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34A456-E2DD-4416-A813-90D893770A87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D196CD4-8E89-49E6-97D5-A87AD0C0B84C}"/>
              </a:ext>
            </a:extLst>
          </p:cNvPr>
          <p:cNvSpPr>
            <a:spLocks noGrp="1"/>
          </p:cNvSpPr>
          <p:nvPr/>
        </p:nvSpPr>
        <p:spPr>
          <a:xfrm>
            <a:off x="909917" y="1909482"/>
            <a:ext cx="4953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E448BB-2DA2-4F74-B1ED-C2C454C88F9D}"/>
              </a:ext>
            </a:extLst>
          </p:cNvPr>
          <p:cNvSpPr>
            <a:spLocks noGrp="1"/>
          </p:cNvSpPr>
          <p:nvPr/>
        </p:nvSpPr>
        <p:spPr>
          <a:xfrm>
            <a:off x="1176617" y="2195232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7C3AED"/>
                </a:solidFill>
              </a:defRPr>
            </a:pPr>
            <a:r>
              <a:rPr sz="1875" b="1">
                <a:solidFill>
                  <a:srgbClr val="7C3AED"/>
                </a:solidFill>
              </a:rPr>
              <a:t>Diffusion-policy-style model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1CD7DF-EF21-4968-A3B6-EE6CB9AC186E}"/>
              </a:ext>
            </a:extLst>
          </p:cNvPr>
          <p:cNvSpPr>
            <a:spLocks noGrp="1"/>
          </p:cNvSpPr>
          <p:nvPr/>
        </p:nvSpPr>
        <p:spPr>
          <a:xfrm>
            <a:off x="1176617" y="2690532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noisy future chunk + timestep + image condition -&gt; MLP denoiser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FC9B7C-4A7A-4B7C-B080-391D528EBC73}"/>
              </a:ext>
            </a:extLst>
          </p:cNvPr>
          <p:cNvSpPr>
            <a:spLocks noGrp="1"/>
          </p:cNvSpPr>
          <p:nvPr/>
        </p:nvSpPr>
        <p:spPr>
          <a:xfrm>
            <a:off x="1176617" y="3566832"/>
            <a:ext cx="40005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Uses ResNet18 image condition.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Force can be concatenated to the conditioning vector.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Training scripts and configs are in place.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6F95BB-5360-42BA-9BC4-964124FE2541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Ultrasound probe imitation learning - weekly update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A04AE1-5007-4023-950E-7C1A9B4EA418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06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3A715E8-B0A3-B738-4DE7-7B3DB6FD626A}"/>
              </a:ext>
            </a:extLst>
          </p:cNvPr>
          <p:cNvSpPr txBox="1"/>
          <p:nvPr/>
        </p:nvSpPr>
        <p:spPr>
          <a:xfrm>
            <a:off x="6129617" y="1804528"/>
            <a:ext cx="50863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condition = </a:t>
            </a:r>
            <a:r>
              <a:rPr lang="en-US" altLang="zh-CN" dirty="0" err="1"/>
              <a:t>ultrasound_image_t</a:t>
            </a:r>
            <a:r>
              <a:rPr lang="en-US" altLang="zh-C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Image is </a:t>
            </a:r>
            <a:r>
              <a:rPr lang="en-US" altLang="zh-CN" dirty="0" err="1"/>
              <a:t>preporcessed</a:t>
            </a:r>
            <a:r>
              <a:rPr lang="en-US" altLang="zh-CN" dirty="0"/>
              <a:t> by the ResNet18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target action chunk = A0 = [</a:t>
            </a:r>
            <a:r>
              <a:rPr lang="en-US" altLang="zh-CN" dirty="0" err="1"/>
              <a:t>pose_delta</a:t>
            </a:r>
            <a:r>
              <a:rPr lang="en-US" altLang="zh-CN" dirty="0"/>
              <a:t>_{t+1}, ..., </a:t>
            </a:r>
            <a:r>
              <a:rPr lang="en-US" altLang="zh-CN" dirty="0" err="1"/>
              <a:t>pose_delta</a:t>
            </a:r>
            <a:r>
              <a:rPr lang="en-US" altLang="zh-CN" dirty="0"/>
              <a:t>_{t+7}]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A_k</a:t>
            </a:r>
            <a:r>
              <a:rPr lang="en-US" altLang="zh-CN" dirty="0"/>
              <a:t> = sqrt(ᾱ_k) * A0 + sqrt(1 - ᾱ_k) * ε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A0: </a:t>
            </a:r>
            <a:r>
              <a:rPr lang="en-US" altLang="zh-CN" dirty="0"/>
              <a:t>real pose delta sequence (20*7)</a:t>
            </a:r>
            <a:endParaRPr lang="zh-CN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A_k</a:t>
            </a:r>
            <a:r>
              <a:rPr lang="en-US" altLang="zh-CN" dirty="0"/>
              <a:t>: </a:t>
            </a:r>
            <a:r>
              <a:rPr lang="en-US" altLang="zh-CN" dirty="0" err="1"/>
              <a:t>k_th</a:t>
            </a:r>
            <a:r>
              <a:rPr lang="en-US" altLang="zh-CN" dirty="0"/>
              <a:t> step with noise</a:t>
            </a:r>
            <a:r>
              <a:rPr lang="zh-CN" altLang="zh-CN" dirty="0"/>
              <a:t>[20, 7]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ε: </a:t>
            </a:r>
            <a:r>
              <a:rPr lang="en-US" altLang="zh-CN" dirty="0" err="1"/>
              <a:t>Guassian</a:t>
            </a:r>
            <a:r>
              <a:rPr lang="en-US" altLang="zh-CN" dirty="0"/>
              <a:t> noise</a:t>
            </a:r>
            <a:r>
              <a:rPr lang="zh-CN" altLang="zh-CN" dirty="0"/>
              <a:t>[20, 7</a:t>
            </a:r>
            <a:r>
              <a:rPr lang="en-US" altLang="zh-CN" dirty="0"/>
              <a:t>]</a:t>
            </a:r>
          </a:p>
          <a:p>
            <a:pPr marL="800100" lvl="1" indent="-342900">
              <a:buFont typeface="+mj-lt"/>
              <a:buAutoNum type="arabicPeriod"/>
            </a:pPr>
            <a:r>
              <a:rPr lang="el-GR" altLang="zh-CN" dirty="0"/>
              <a:t>β_</a:t>
            </a:r>
            <a:r>
              <a:rPr lang="en-US" altLang="zh-CN" dirty="0"/>
              <a:t>k = linear schedule from </a:t>
            </a:r>
            <a:r>
              <a:rPr lang="en-US" altLang="zh-CN" dirty="0" err="1"/>
              <a:t>beta_start</a:t>
            </a:r>
            <a:r>
              <a:rPr lang="en-US" altLang="zh-CN" dirty="0"/>
              <a:t> to </a:t>
            </a:r>
            <a:r>
              <a:rPr lang="en-US" altLang="zh-CN" dirty="0" err="1"/>
              <a:t>beta_end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el-GR" altLang="zh-CN" dirty="0"/>
              <a:t>α_</a:t>
            </a:r>
            <a:r>
              <a:rPr lang="en-US" altLang="zh-CN" dirty="0"/>
              <a:t>k = 1 - </a:t>
            </a:r>
            <a:r>
              <a:rPr lang="el-GR" altLang="zh-CN" dirty="0"/>
              <a:t>β_</a:t>
            </a:r>
            <a:r>
              <a:rPr lang="en-US" altLang="zh-CN" dirty="0"/>
              <a:t>k</a:t>
            </a:r>
          </a:p>
          <a:p>
            <a:pPr marL="800100" lvl="1" indent="-342900">
              <a:buFont typeface="+mj-lt"/>
              <a:buAutoNum type="arabicPeriod"/>
            </a:pPr>
            <a:r>
              <a:rPr lang="el-GR" altLang="zh-CN" dirty="0"/>
              <a:t>ᾱ_</a:t>
            </a:r>
            <a:r>
              <a:rPr lang="en-US" altLang="zh-CN" dirty="0"/>
              <a:t>k = ∏_{</a:t>
            </a:r>
            <a:r>
              <a:rPr lang="en-US" altLang="zh-CN" dirty="0" err="1"/>
              <a:t>i</a:t>
            </a:r>
            <a:r>
              <a:rPr lang="en-US" altLang="zh-CN" dirty="0"/>
              <a:t>=0}^{k} </a:t>
            </a:r>
            <a:r>
              <a:rPr lang="el-GR" altLang="zh-CN" dirty="0"/>
              <a:t>α_</a:t>
            </a:r>
            <a:r>
              <a:rPr lang="en-US" altLang="zh-CN" dirty="0" err="1"/>
              <a:t>i</a:t>
            </a:r>
            <a:r>
              <a:rPr lang="en-US" altLang="zh-C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33659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43DAE8-C06F-FBE1-2523-2C79F817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Train-Val Plot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B0F473-E68F-B8CB-4977-679E1222F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670" y="2479038"/>
            <a:ext cx="4122928" cy="3852749"/>
          </a:xfrm>
        </p:spPr>
        <p:txBody>
          <a:bodyPr/>
          <a:lstStyle/>
          <a:p>
            <a:r>
              <a:rPr lang="en-US" altLang="zh-CN" sz="2000" dirty="0"/>
              <a:t>Trained for 24h</a:t>
            </a:r>
          </a:p>
          <a:p>
            <a:r>
              <a:rPr lang="en-US" altLang="zh-CN" sz="2000" dirty="0"/>
              <a:t>Loss is defined as MSE(</a:t>
            </a:r>
            <a:r>
              <a:rPr lang="zh-CN" altLang="zh-CN" sz="2000" dirty="0"/>
              <a:t>ε</a:t>
            </a:r>
            <a:r>
              <a:rPr lang="en-US" altLang="zh-CN" sz="2000" dirty="0"/>
              <a:t>_pred, </a:t>
            </a:r>
            <a:r>
              <a:rPr lang="zh-CN" altLang="zh-CN" sz="2000" dirty="0"/>
              <a:t>ε</a:t>
            </a:r>
            <a:r>
              <a:rPr lang="en-US" altLang="zh-CN" sz="2000" dirty="0"/>
              <a:t>)</a:t>
            </a:r>
          </a:p>
          <a:p>
            <a:r>
              <a:rPr lang="zh-CN" altLang="zh-CN" sz="2000" dirty="0"/>
              <a:t>The training and validation losses converged closely without a noticeable generalization gap, indicating no evident overfitting during diffusion policy training.</a:t>
            </a:r>
            <a:endParaRPr lang="en-US" altLang="zh-CN" sz="2000" dirty="0"/>
          </a:p>
          <a:p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norm of the </a:t>
            </a:r>
            <a:r>
              <a:rPr lang="en-US" altLang="zh-CN" sz="2000" dirty="0" err="1"/>
              <a:t>en</a:t>
            </a:r>
            <a:r>
              <a:rPr lang="en-US" altLang="zh-CN" sz="2000" dirty="0"/>
              <a:t>-noised quaternion not equals to 1. </a:t>
            </a:r>
          </a:p>
          <a:p>
            <a:r>
              <a:rPr lang="en-US" altLang="zh-CN" sz="2000" dirty="0"/>
              <a:t>-q and q stand for the same rotation</a:t>
            </a:r>
          </a:p>
        </p:txBody>
      </p:sp>
      <p:pic>
        <p:nvPicPr>
          <p:cNvPr id="18" name="内容占位符 17">
            <a:extLst>
              <a:ext uri="{FF2B5EF4-FFF2-40B4-BE49-F238E27FC236}">
                <a16:creationId xmlns:a16="http://schemas.microsoft.com/office/drawing/2014/main" id="{C93DD0F6-1AD2-7B51-1146-C72A17BBA2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62786" y="2767924"/>
            <a:ext cx="5478145" cy="327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51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FE4676D4-E988-25A2-0763-623FE5551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70004"/>
          </a:xfrm>
        </p:spPr>
        <p:txBody>
          <a:bodyPr>
            <a:noAutofit/>
          </a:bodyPr>
          <a:lstStyle/>
          <a:p>
            <a:r>
              <a:rPr lang="zh-CN" altLang="zh-CN" sz="2800" b="1" dirty="0"/>
              <a:t>Future Improvement: Geometry-Aware Rotation Representation</a:t>
            </a:r>
            <a:br>
              <a:rPr lang="zh-CN" altLang="zh-CN" sz="2800" b="1" dirty="0"/>
            </a:br>
            <a:r>
              <a:rPr lang="zh-CN" altLang="zh-CN" sz="2800" b="1" dirty="0"/>
              <a:t>Normalize quaternion labels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1F273A87-1419-6BB1-65AF-64E1AEF524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250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zh-CN" altLang="zh-CN" sz="4800" dirty="0"/>
                  <a:t>before training and re-normalize predicted quaternions after denoising to maintain the unit-norm constraint. </a:t>
                </a:r>
                <a:endParaRPr lang="en-US" altLang="zh-CN" sz="4800" dirty="0"/>
              </a:p>
              <a:p>
                <a:pPr>
                  <a:lnSpc>
                    <a:spcPct val="170000"/>
                  </a:lnSpc>
                </a:pPr>
                <a:r>
                  <a:rPr lang="zh-CN" altLang="zh-CN" sz="4800" b="1" dirty="0"/>
                  <a:t>Resolve quaternion sign ambiguity</a:t>
                </a:r>
                <a:r>
                  <a:rPr lang="zh-CN" altLang="zh-CN" sz="4800" dirty="0"/>
                  <a:t>, since </a:t>
                </a:r>
                <a14:m>
                  <m:oMath xmlns:m="http://schemas.openxmlformats.org/officeDocument/2006/math">
                    <m:r>
                      <a:rPr lang="zh-CN" altLang="en-US" sz="48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sz="4800" dirty="0"/>
                  <a:t>and </a:t>
                </a:r>
                <a14:m>
                  <m:oMath xmlns:m="http://schemas.openxmlformats.org/officeDocument/2006/math">
                    <m:r>
                      <a:rPr lang="zh-CN" altLang="en-US" sz="4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48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sz="4800" dirty="0"/>
                  <a:t>represent the same rotation but produce a large Euclidean error under MSE. </a:t>
                </a:r>
                <a:endParaRPr lang="en-US" altLang="zh-CN" sz="4800" dirty="0"/>
              </a:p>
              <a:p>
                <a:pPr>
                  <a:lnSpc>
                    <a:spcPct val="170000"/>
                  </a:lnSpc>
                </a:pPr>
                <a:r>
                  <a:rPr lang="zh-CN" altLang="zh-CN" sz="4800" b="1" dirty="0"/>
                  <a:t>Avoid applying identical noise directly to raw translation and quaternion components</a:t>
                </a:r>
                <a:r>
                  <a:rPr lang="zh-CN" altLang="zh-CN" sz="4800" dirty="0"/>
                  <a:t>, as they have different physical scales and geometric properties. </a:t>
                </a:r>
                <a:endParaRPr lang="en-US" altLang="zh-CN" sz="4800" dirty="0"/>
              </a:p>
              <a:p>
                <a:pPr>
                  <a:lnSpc>
                    <a:spcPct val="170000"/>
                  </a:lnSpc>
                </a:pPr>
                <a:r>
                  <a:rPr lang="zh-CN" altLang="zh-CN" sz="4800" b="1" dirty="0"/>
                  <a:t>Use separate normalization for translation and rotation</a:t>
                </a:r>
                <a:r>
                  <a:rPr lang="zh-CN" altLang="zh-CN" sz="4800" dirty="0"/>
                  <a:t>, or replace quaternions with a 3D rotation-vector representation. </a:t>
                </a:r>
                <a:endParaRPr lang="en-US" altLang="zh-CN" sz="4800" dirty="0"/>
              </a:p>
              <a:p>
                <a:pPr>
                  <a:lnSpc>
                    <a:spcPct val="170000"/>
                  </a:lnSpc>
                </a:pPr>
                <a:r>
                  <a:rPr lang="zh-CN" altLang="zh-CN" sz="4800" dirty="0"/>
                  <a:t>For relative motion prediction, represent the action as </a:t>
                </a:r>
                <a:br>
                  <a:rPr lang="zh-CN" altLang="zh-CN" sz="48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4800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4800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zh-CN" altLang="en-US" sz="4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4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en-US" altLang="zh-CN" sz="48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48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e>
                        <m:r>
                          <a:rPr lang="zh-CN" alt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altLang="zh-CN" sz="48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e>
                        <m:r>
                          <a:rPr lang="zh-CN" altLang="en-US" sz="4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altLang="zh-CN" sz="48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e>
                        <m:r>
                          <a:rPr lang="zh-CN" altLang="en-US" sz="48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US" altLang="zh-CN" sz="480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zh-CN" alt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48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zh-CN" alt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zh-CN" sz="480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zh-CN" alt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48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zh-CN" altLang="en-US" sz="4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zh-CN" sz="480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zh-CN" altLang="en-US" sz="4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48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zh-CN" altLang="en-US" sz="4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4800" dirty="0"/>
              </a:p>
              <a:p>
                <a:pPr>
                  <a:lnSpc>
                    <a:spcPct val="170000"/>
                  </a:lnSpc>
                </a:pPr>
                <a:r>
                  <a:rPr lang="zh-CN" altLang="zh-CN" sz="4800" dirty="0"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4800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 sz="4800" b="1" i="1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altLang="zh-CN" sz="4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4800" dirty="0"/>
                  <a:t>is the rotation vector obtained from the relative rotation matrix.</a:t>
                </a:r>
                <a:endParaRPr lang="en-US" altLang="zh-CN" sz="4800" dirty="0"/>
              </a:p>
              <a:p>
                <a:pPr>
                  <a:lnSpc>
                    <a:spcPct val="170000"/>
                  </a:lnSpc>
                </a:pPr>
                <a:r>
                  <a:rPr lang="zh-CN" altLang="zh-CN" sz="4800" b="1" dirty="0"/>
                  <a:t>Expected benefit:</a:t>
                </a:r>
                <a:r>
                  <a:rPr lang="zh-CN" altLang="zh-CN" sz="4800" dirty="0"/>
                  <a:t> a more geometrically consistent diffusion process, reduced discontinuity in rotation labels, and improved pose prediction accuracy.</a:t>
                </a:r>
                <a:br>
                  <a:rPr lang="zh-CN" altLang="zh-CN" dirty="0"/>
                </a:br>
                <a:endParaRPr lang="zh-CN" altLang="en-US" dirty="0"/>
              </a:p>
            </p:txBody>
          </p:sp>
        </mc:Choice>
        <mc:Fallback xmlns="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1F273A87-1419-6BB1-65AF-64E1AEF524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096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46990B-08FA-4182-3BA2-E35FCCDF7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D3CC88AB-D18A-C8B4-7DAD-0556D9128886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lang="en-US" altLang="zh-CN" sz="3000" b="1" dirty="0">
                <a:solidFill>
                  <a:srgbClr val="111827"/>
                </a:solidFill>
              </a:rPr>
              <a:t>Non-time Sequence Structure </a:t>
            </a:r>
            <a:endParaRPr sz="3000" b="1" dirty="0">
              <a:solidFill>
                <a:srgbClr val="111827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552FC3-F368-3DD5-87D2-65E195E178BE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9F3E20F-28E1-679C-FB46-5D3724F272F4}"/>
              </a:ext>
            </a:extLst>
          </p:cNvPr>
          <p:cNvSpPr>
            <a:spLocks noGrp="1"/>
          </p:cNvSpPr>
          <p:nvPr/>
        </p:nvSpPr>
        <p:spPr>
          <a:xfrm>
            <a:off x="723900" y="1493458"/>
            <a:ext cx="4953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9595D7-087D-2596-1984-2F62C2609FE2}"/>
              </a:ext>
            </a:extLst>
          </p:cNvPr>
          <p:cNvSpPr>
            <a:spLocks noGrp="1"/>
          </p:cNvSpPr>
          <p:nvPr/>
        </p:nvSpPr>
        <p:spPr>
          <a:xfrm>
            <a:off x="990600" y="1779208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563EB"/>
                </a:solidFill>
              </a:defRPr>
            </a:pPr>
            <a:r>
              <a:rPr lang="en-US" sz="1875" b="1" dirty="0">
                <a:solidFill>
                  <a:srgbClr val="2563EB"/>
                </a:solidFill>
              </a:rPr>
              <a:t>Action </a:t>
            </a:r>
            <a:r>
              <a:rPr sz="1875" b="1" dirty="0">
                <a:solidFill>
                  <a:srgbClr val="2563EB"/>
                </a:solidFill>
              </a:rPr>
              <a:t>chunk regressor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3F179E-ABF0-56C7-1C0F-B4781F866B83}"/>
              </a:ext>
            </a:extLst>
          </p:cNvPr>
          <p:cNvSpPr>
            <a:spLocks noGrp="1"/>
          </p:cNvSpPr>
          <p:nvPr/>
        </p:nvSpPr>
        <p:spPr>
          <a:xfrm>
            <a:off x="990600" y="2274508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 dirty="0">
                <a:solidFill>
                  <a:srgbClr val="111827"/>
                </a:solidFill>
              </a:rPr>
              <a:t>ultrasound image -&gt; ResNet18 -&gt; MLP -&gt; future pose delta chunk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25CC40-CC6E-9450-D42F-EB1C978A86B0}"/>
              </a:ext>
            </a:extLst>
          </p:cNvPr>
          <p:cNvSpPr>
            <a:spLocks noGrp="1"/>
          </p:cNvSpPr>
          <p:nvPr/>
        </p:nvSpPr>
        <p:spPr>
          <a:xfrm>
            <a:off x="990600" y="3150808"/>
            <a:ext cx="40005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 dirty="0">
                <a:solidFill>
                  <a:srgbClr val="111827"/>
                </a:solidFill>
              </a:rPr>
              <a:t>- Action horizon defaults to 20 x 7 pose deltas.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 dirty="0">
                <a:solidFill>
                  <a:srgbClr val="111827"/>
                </a:solidFill>
              </a:rPr>
              <a:t>- Supports with-force and without-force dataset variants.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 dirty="0">
                <a:solidFill>
                  <a:srgbClr val="111827"/>
                </a:solidFill>
              </a:rPr>
              <a:t>- Splits by source session to reduce temporal leakage.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6FB113-C20A-0CA4-597A-433155CDDE82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Ultrasound probe imitation learning - weekly update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154145-78FE-D87E-A04E-76DAD95224AB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06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D4C92A-B7AB-5A79-1E87-3CB9C7EF1D53}"/>
              </a:ext>
            </a:extLst>
          </p:cNvPr>
          <p:cNvSpPr txBox="1"/>
          <p:nvPr/>
        </p:nvSpPr>
        <p:spPr>
          <a:xfrm>
            <a:off x="723900" y="4933771"/>
            <a:ext cx="5086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condition = </a:t>
            </a:r>
            <a:r>
              <a:rPr lang="en-US" altLang="zh-CN" dirty="0" err="1"/>
              <a:t>ultrasound_image_t</a:t>
            </a:r>
            <a:r>
              <a:rPr lang="en-US" altLang="zh-C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Image is </a:t>
            </a:r>
            <a:r>
              <a:rPr lang="en-US" altLang="zh-CN" dirty="0" err="1"/>
              <a:t>preporcessed</a:t>
            </a:r>
            <a:r>
              <a:rPr lang="en-US" altLang="zh-CN" dirty="0"/>
              <a:t> by the ResNet18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target action chunk = A0 = [</a:t>
            </a:r>
            <a:r>
              <a:rPr lang="en-US" altLang="zh-CN" dirty="0" err="1"/>
              <a:t>pose_delta</a:t>
            </a:r>
            <a:r>
              <a:rPr lang="en-US" altLang="zh-CN" dirty="0"/>
              <a:t>_{t+1}, ..., </a:t>
            </a:r>
            <a:r>
              <a:rPr lang="en-US" altLang="zh-CN" dirty="0" err="1"/>
              <a:t>pose_delta</a:t>
            </a:r>
            <a:r>
              <a:rPr lang="en-US" altLang="zh-CN" dirty="0"/>
              <a:t>_{t+7}]</a:t>
            </a:r>
          </a:p>
        </p:txBody>
      </p:sp>
      <p:pic>
        <p:nvPicPr>
          <p:cNvPr id="16" name="内容占位符 6">
            <a:extLst>
              <a:ext uri="{FF2B5EF4-FFF2-40B4-BE49-F238E27FC236}">
                <a16:creationId xmlns:a16="http://schemas.microsoft.com/office/drawing/2014/main" id="{AED55F0A-B69D-BEE2-CEED-F33D60F4B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095" y="1584851"/>
            <a:ext cx="5430029" cy="3246213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812ACA56-1495-1A31-24E9-72C6611EFA29}"/>
              </a:ext>
            </a:extLst>
          </p:cNvPr>
          <p:cNvSpPr/>
          <p:nvPr/>
        </p:nvSpPr>
        <p:spPr>
          <a:xfrm>
            <a:off x="7185743" y="5006215"/>
            <a:ext cx="31954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overfitting</a:t>
            </a:r>
            <a:endParaRPr lang="zh-CN" alt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86396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18A221-922E-489A-4D76-7FFA0102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326" y="1827368"/>
            <a:ext cx="8158688" cy="1822514"/>
          </a:xfrm>
        </p:spPr>
        <p:txBody>
          <a:bodyPr/>
          <a:lstStyle/>
          <a:p>
            <a:r>
              <a:rPr lang="en-US" altLang="zh-CN" dirty="0"/>
              <a:t>ACT is under training 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52851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228</TotalTime>
  <Words>764</Words>
  <Application>Microsoft Office PowerPoint</Application>
  <DocSecurity>0</DocSecurity>
  <PresentationFormat>宽屏</PresentationFormat>
  <Paragraphs>118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Garamond</vt:lpstr>
      <vt:lpstr>环保</vt:lpstr>
      <vt:lpstr>7.15 group meeting</vt:lpstr>
      <vt:lpstr>Two Groups of Experiment on Pose Calibration and Force Mapping</vt:lpstr>
      <vt:lpstr>PowerPoint 演示文稿</vt:lpstr>
      <vt:lpstr>PowerPoint 演示文稿</vt:lpstr>
      <vt:lpstr>PowerPoint 演示文稿</vt:lpstr>
      <vt:lpstr>PowerPoint 演示文稿</vt:lpstr>
      <vt:lpstr>Train-Val Plot</vt:lpstr>
      <vt:lpstr>Future Improvement: Geometry-Aware Rotation Representation Normalize quaternion labels</vt:lpstr>
      <vt:lpstr>PowerPoint 演示文稿</vt:lpstr>
      <vt:lpstr>ACT is under training 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灏锦 张</cp:lastModifiedBy>
  <cp:revision>1</cp:revision>
  <dcterms:created xsi:type="dcterms:W3CDTF">2026-07-13T09:51:20Z</dcterms:created>
  <dcterms:modified xsi:type="dcterms:W3CDTF">2026-07-14T07:11:15Z</dcterms:modified>
</cp:coreProperties>
</file>