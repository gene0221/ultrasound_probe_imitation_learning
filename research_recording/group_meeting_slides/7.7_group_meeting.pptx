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720" r:id="rId2"/>
    <p:sldMasterId id="2147483732" r:id="rId3"/>
  </p:sldMasterIdLst>
  <p:sldIdLst>
    <p:sldId id="257" r:id="rId4"/>
    <p:sldId id="260" r:id="rId5"/>
    <p:sldId id="258" r:id="rId6"/>
    <p:sldId id="256" r:id="rId7"/>
    <p:sldId id="259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33CCFF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E65E4C-DECC-46D6-98E0-ED272A805E85}" v="42" dt="2026-07-09T07:49:23.5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-195" y="2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灏锦 张" userId="098f73f048af6dd6" providerId="LiveId" clId="{31A13A29-9263-4783-AF75-B4F7CD59E009}"/>
    <pc:docChg chg="undo redo custSel addSld modSld">
      <pc:chgData name="灏锦 张" userId="098f73f048af6dd6" providerId="LiveId" clId="{31A13A29-9263-4783-AF75-B4F7CD59E009}" dt="2026-07-09T08:26:40.837" v="3835" actId="1076"/>
      <pc:docMkLst>
        <pc:docMk/>
      </pc:docMkLst>
      <pc:sldChg chg="addSp delSp modSp new mod">
        <pc:chgData name="灏锦 张" userId="098f73f048af6dd6" providerId="LiveId" clId="{31A13A29-9263-4783-AF75-B4F7CD59E009}" dt="2026-07-09T08:26:40.837" v="3835" actId="1076"/>
        <pc:sldMkLst>
          <pc:docMk/>
          <pc:sldMk cId="861028677" sldId="256"/>
        </pc:sldMkLst>
        <pc:spChg chg="add mod topLvl">
          <ac:chgData name="灏锦 张" userId="098f73f048af6dd6" providerId="LiveId" clId="{31A13A29-9263-4783-AF75-B4F7CD59E009}" dt="2026-07-09T07:59:06.753" v="3826" actId="1076"/>
          <ac:spMkLst>
            <pc:docMk/>
            <pc:sldMk cId="861028677" sldId="256"/>
            <ac:spMk id="30" creationId="{F281B437-C7BD-3DDB-A87D-3E6C5EE868E7}"/>
          </ac:spMkLst>
        </pc:spChg>
        <pc:spChg chg="mod">
          <ac:chgData name="灏锦 张" userId="098f73f048af6dd6" providerId="LiveId" clId="{31A13A29-9263-4783-AF75-B4F7CD59E009}" dt="2026-07-09T07:59:02.892" v="3825" actId="403"/>
          <ac:spMkLst>
            <pc:docMk/>
            <pc:sldMk cId="861028677" sldId="256"/>
            <ac:spMk id="39" creationId="{89707C21-75A5-A5CF-6A74-9C0369FF46B3}"/>
          </ac:spMkLst>
        </pc:spChg>
        <pc:spChg chg="mod">
          <ac:chgData name="灏锦 张" userId="098f73f048af6dd6" providerId="LiveId" clId="{31A13A29-9263-4783-AF75-B4F7CD59E009}" dt="2026-07-09T07:59:14.519" v="3829" actId="1076"/>
          <ac:spMkLst>
            <pc:docMk/>
            <pc:sldMk cId="861028677" sldId="256"/>
            <ac:spMk id="45" creationId="{98312451-1E7B-0693-96ED-936A37BB7B65}"/>
          </ac:spMkLst>
        </pc:spChg>
        <pc:spChg chg="mod">
          <ac:chgData name="灏锦 张" userId="098f73f048af6dd6" providerId="LiveId" clId="{31A13A29-9263-4783-AF75-B4F7CD59E009}" dt="2026-07-09T07:59:11.896" v="3828" actId="14100"/>
          <ac:spMkLst>
            <pc:docMk/>
            <pc:sldMk cId="861028677" sldId="256"/>
            <ac:spMk id="50" creationId="{2B8C97D6-A684-D7D5-ED11-4EB5AEF5FB8B}"/>
          </ac:spMkLst>
        </pc:spChg>
        <pc:spChg chg="add mod">
          <ac:chgData name="灏锦 张" userId="098f73f048af6dd6" providerId="LiveId" clId="{31A13A29-9263-4783-AF75-B4F7CD59E009}" dt="2026-07-09T07:49:52.185" v="3767" actId="692"/>
          <ac:spMkLst>
            <pc:docMk/>
            <pc:sldMk cId="861028677" sldId="256"/>
            <ac:spMk id="54" creationId="{4A1476E2-82D9-CEEB-9510-5F81CCB2E9D4}"/>
          </ac:spMkLst>
        </pc:spChg>
        <pc:spChg chg="add mod">
          <ac:chgData name="灏锦 张" userId="098f73f048af6dd6" providerId="LiveId" clId="{31A13A29-9263-4783-AF75-B4F7CD59E009}" dt="2026-07-09T07:43:08.407" v="3703" actId="1076"/>
          <ac:spMkLst>
            <pc:docMk/>
            <pc:sldMk cId="861028677" sldId="256"/>
            <ac:spMk id="56" creationId="{05EBA3AB-5931-D381-9CDC-3CA59466DF26}"/>
          </ac:spMkLst>
        </pc:spChg>
        <pc:spChg chg="mod">
          <ac:chgData name="灏锦 张" userId="098f73f048af6dd6" providerId="LiveId" clId="{31A13A29-9263-4783-AF75-B4F7CD59E009}" dt="2026-07-09T07:59:09.831" v="3827" actId="1076"/>
          <ac:spMkLst>
            <pc:docMk/>
            <pc:sldMk cId="861028677" sldId="256"/>
            <ac:spMk id="60" creationId="{8035B4BC-0DF2-5951-6F48-99798399FF1F}"/>
          </ac:spMkLst>
        </pc:spChg>
        <pc:spChg chg="mod">
          <ac:chgData name="灏锦 张" userId="098f73f048af6dd6" providerId="LiveId" clId="{31A13A29-9263-4783-AF75-B4F7CD59E009}" dt="2026-07-09T07:59:19.784" v="3832" actId="1076"/>
          <ac:spMkLst>
            <pc:docMk/>
            <pc:sldMk cId="861028677" sldId="256"/>
            <ac:spMk id="74" creationId="{B5F9D2BE-BE44-E306-392B-14D82BC1C52B}"/>
          </ac:spMkLst>
        </pc:spChg>
        <pc:spChg chg="add mod">
          <ac:chgData name="灏锦 张" userId="098f73f048af6dd6" providerId="LiveId" clId="{31A13A29-9263-4783-AF75-B4F7CD59E009}" dt="2026-07-09T07:59:26.552" v="3833" actId="1076"/>
          <ac:spMkLst>
            <pc:docMk/>
            <pc:sldMk cId="861028677" sldId="256"/>
            <ac:spMk id="77" creationId="{AC086DF1-8A48-5067-73D3-9E57790DD0CC}"/>
          </ac:spMkLst>
        </pc:spChg>
        <pc:spChg chg="add mod">
          <ac:chgData name="灏锦 张" userId="098f73f048af6dd6" providerId="LiveId" clId="{31A13A29-9263-4783-AF75-B4F7CD59E009}" dt="2026-07-09T07:59:29.570" v="3834" actId="1076"/>
          <ac:spMkLst>
            <pc:docMk/>
            <pc:sldMk cId="861028677" sldId="256"/>
            <ac:spMk id="90" creationId="{54B7505C-15DB-A4CE-1969-18ED33A88715}"/>
          </ac:spMkLst>
        </pc:spChg>
        <pc:spChg chg="add mod">
          <ac:chgData name="灏锦 张" userId="098f73f048af6dd6" providerId="LiveId" clId="{31A13A29-9263-4783-AF75-B4F7CD59E009}" dt="2026-07-09T08:26:40.837" v="3835" actId="1076"/>
          <ac:spMkLst>
            <pc:docMk/>
            <pc:sldMk cId="861028677" sldId="256"/>
            <ac:spMk id="91" creationId="{30C684B0-0CD5-581E-8084-4D004C0FCD7F}"/>
          </ac:spMkLst>
        </pc:spChg>
        <pc:grpChg chg="add mod topLvl">
          <ac:chgData name="灏锦 张" userId="098f73f048af6dd6" providerId="LiveId" clId="{31A13A29-9263-4783-AF75-B4F7CD59E009}" dt="2026-07-09T07:48:46.625" v="3748" actId="14100"/>
          <ac:grpSpMkLst>
            <pc:docMk/>
            <pc:sldMk cId="861028677" sldId="256"/>
            <ac:grpSpMk id="28" creationId="{76794EE5-F00C-CE5F-43B1-81FE36AAEADB}"/>
          </ac:grpSpMkLst>
        </pc:grpChg>
        <pc:grpChg chg="add del mod topLvl">
          <ac:chgData name="灏锦 张" userId="098f73f048af6dd6" providerId="LiveId" clId="{31A13A29-9263-4783-AF75-B4F7CD59E009}" dt="2026-07-09T07:48:34.846" v="3745" actId="165"/>
          <ac:grpSpMkLst>
            <pc:docMk/>
            <pc:sldMk cId="861028677" sldId="256"/>
            <ac:grpSpMk id="31" creationId="{76B0F756-BE36-0393-6C32-1547F1589674}"/>
          </ac:grpSpMkLst>
        </pc:grpChg>
        <pc:grpChg chg="add mod topLvl">
          <ac:chgData name="灏锦 张" userId="098f73f048af6dd6" providerId="LiveId" clId="{31A13A29-9263-4783-AF75-B4F7CD59E009}" dt="2026-07-09T07:50:46.205" v="3777" actId="14100"/>
          <ac:grpSpMkLst>
            <pc:docMk/>
            <pc:sldMk cId="861028677" sldId="256"/>
            <ac:grpSpMk id="37" creationId="{5D3BEAC6-1948-5207-FEBF-843A93325B76}"/>
          </ac:grpSpMkLst>
        </pc:grpChg>
        <pc:grpChg chg="mod">
          <ac:chgData name="灏锦 张" userId="098f73f048af6dd6" providerId="LiveId" clId="{31A13A29-9263-4783-AF75-B4F7CD59E009}" dt="2026-07-09T07:42:40.652" v="3698" actId="165"/>
          <ac:grpSpMkLst>
            <pc:docMk/>
            <pc:sldMk cId="861028677" sldId="256"/>
            <ac:grpSpMk id="38" creationId="{6B6F55F8-BAA8-BEE8-1D2D-665D3CAB02D6}"/>
          </ac:grpSpMkLst>
        </pc:grpChg>
        <pc:grpChg chg="add mod">
          <ac:chgData name="灏锦 张" userId="098f73f048af6dd6" providerId="LiveId" clId="{31A13A29-9263-4783-AF75-B4F7CD59E009}" dt="2026-07-09T07:47:43.084" v="3739" actId="1076"/>
          <ac:grpSpMkLst>
            <pc:docMk/>
            <pc:sldMk cId="861028677" sldId="256"/>
            <ac:grpSpMk id="43" creationId="{B61E63BF-D104-5562-44D5-B93A65041D57}"/>
          </ac:grpSpMkLst>
        </pc:grpChg>
        <pc:grpChg chg="mod">
          <ac:chgData name="灏锦 张" userId="098f73f048af6dd6" providerId="LiveId" clId="{31A13A29-9263-4783-AF75-B4F7CD59E009}" dt="2026-07-03T08:05:58.025" v="142"/>
          <ac:grpSpMkLst>
            <pc:docMk/>
            <pc:sldMk cId="861028677" sldId="256"/>
            <ac:grpSpMk id="44" creationId="{A2DDBD92-1BCB-BD9F-BD99-55AE9A573860}"/>
          </ac:grpSpMkLst>
        </pc:grpChg>
        <pc:grpChg chg="add mod">
          <ac:chgData name="灏锦 张" userId="098f73f048af6dd6" providerId="LiveId" clId="{31A13A29-9263-4783-AF75-B4F7CD59E009}" dt="2026-07-09T07:58:18.488" v="3823" actId="1076"/>
          <ac:grpSpMkLst>
            <pc:docMk/>
            <pc:sldMk cId="861028677" sldId="256"/>
            <ac:grpSpMk id="48" creationId="{3B230BEB-ACF4-7F24-507A-98914108DF06}"/>
          </ac:grpSpMkLst>
        </pc:grpChg>
        <pc:grpChg chg="mod">
          <ac:chgData name="灏锦 张" userId="098f73f048af6dd6" providerId="LiveId" clId="{31A13A29-9263-4783-AF75-B4F7CD59E009}" dt="2026-07-03T08:06:25.826" v="168"/>
          <ac:grpSpMkLst>
            <pc:docMk/>
            <pc:sldMk cId="861028677" sldId="256"/>
            <ac:grpSpMk id="49" creationId="{4A0F9729-F550-9CC1-13D1-A246D7DD9318}"/>
          </ac:grpSpMkLst>
        </pc:grpChg>
        <pc:grpChg chg="add mod">
          <ac:chgData name="灏锦 张" userId="098f73f048af6dd6" providerId="LiveId" clId="{31A13A29-9263-4783-AF75-B4F7CD59E009}" dt="2026-07-09T07:52:51.935" v="3796" actId="14100"/>
          <ac:grpSpMkLst>
            <pc:docMk/>
            <pc:sldMk cId="861028677" sldId="256"/>
            <ac:grpSpMk id="58" creationId="{B172086E-8F93-4890-0695-54C10EE9FD52}"/>
          </ac:grpSpMkLst>
        </pc:grpChg>
        <pc:grpChg chg="mod">
          <ac:chgData name="灏锦 张" userId="098f73f048af6dd6" providerId="LiveId" clId="{31A13A29-9263-4783-AF75-B4F7CD59E009}" dt="2026-07-03T08:10:20.013" v="247"/>
          <ac:grpSpMkLst>
            <pc:docMk/>
            <pc:sldMk cId="861028677" sldId="256"/>
            <ac:grpSpMk id="59" creationId="{22BB7670-1B5F-5CCC-8622-B6269D46C02C}"/>
          </ac:grpSpMkLst>
        </pc:grpChg>
        <pc:grpChg chg="del mod topLvl">
          <ac:chgData name="灏锦 张" userId="098f73f048af6dd6" providerId="LiveId" clId="{31A13A29-9263-4783-AF75-B4F7CD59E009}" dt="2026-07-09T07:52:39.894" v="3791" actId="478"/>
          <ac:grpSpMkLst>
            <pc:docMk/>
            <pc:sldMk cId="861028677" sldId="256"/>
            <ac:grpSpMk id="65" creationId="{D22D2CEF-4F5B-160A-11BE-18238F58C0BB}"/>
          </ac:grpSpMkLst>
        </pc:grpChg>
        <pc:grpChg chg="add mod">
          <ac:chgData name="灏锦 张" userId="098f73f048af6dd6" providerId="LiveId" clId="{31A13A29-9263-4783-AF75-B4F7CD59E009}" dt="2026-07-09T07:59:17.621" v="3830" actId="1076"/>
          <ac:grpSpMkLst>
            <pc:docMk/>
            <pc:sldMk cId="861028677" sldId="256"/>
            <ac:grpSpMk id="72" creationId="{DFD5C406-8794-DB5B-2FE8-80487FA575D8}"/>
          </ac:grpSpMkLst>
        </pc:grpChg>
        <pc:grpChg chg="mod">
          <ac:chgData name="灏锦 张" userId="098f73f048af6dd6" providerId="LiveId" clId="{31A13A29-9263-4783-AF75-B4F7CD59E009}" dt="2026-07-03T08:14:53.384" v="309"/>
          <ac:grpSpMkLst>
            <pc:docMk/>
            <pc:sldMk cId="861028677" sldId="256"/>
            <ac:grpSpMk id="73" creationId="{97B90364-726C-D00B-5AD1-1966741FD0D2}"/>
          </ac:grpSpMkLst>
        </pc:grpChg>
        <pc:grpChg chg="add del mod">
          <ac:chgData name="灏锦 张" userId="098f73f048af6dd6" providerId="LiveId" clId="{31A13A29-9263-4783-AF75-B4F7CD59E009}" dt="2026-07-09T07:42:40.652" v="3698" actId="165"/>
          <ac:grpSpMkLst>
            <pc:docMk/>
            <pc:sldMk cId="861028677" sldId="256"/>
            <ac:grpSpMk id="79" creationId="{601413E9-889D-55EC-D648-FA2B453339F6}"/>
          </ac:grpSpMkLst>
        </pc:grpChg>
        <pc:picChg chg="add mod ord">
          <ac:chgData name="灏锦 张" userId="098f73f048af6dd6" providerId="LiveId" clId="{31A13A29-9263-4783-AF75-B4F7CD59E009}" dt="2026-07-09T07:53:54.765" v="3808" actId="1076"/>
          <ac:picMkLst>
            <pc:docMk/>
            <pc:sldMk cId="861028677" sldId="256"/>
            <ac:picMk id="5" creationId="{7717A8E9-2A5A-35EF-098D-8F6DC399479D}"/>
          </ac:picMkLst>
        </pc:picChg>
        <pc:picChg chg="add mod ord topLvl modCrop">
          <ac:chgData name="灏锦 张" userId="098f73f048af6dd6" providerId="LiveId" clId="{31A13A29-9263-4783-AF75-B4F7CD59E009}" dt="2026-07-09T07:52:45.531" v="3794" actId="1076"/>
          <ac:picMkLst>
            <pc:docMk/>
            <pc:sldMk cId="861028677" sldId="256"/>
            <ac:picMk id="7" creationId="{C2C1B16C-279A-4D9A-8D08-7F546E5BB444}"/>
          </ac:picMkLst>
        </pc:picChg>
        <pc:picChg chg="add mod ord topLvl">
          <ac:chgData name="灏锦 张" userId="098f73f048af6dd6" providerId="LiveId" clId="{31A13A29-9263-4783-AF75-B4F7CD59E009}" dt="2026-07-09T07:50:35.450" v="3775" actId="1076"/>
          <ac:picMkLst>
            <pc:docMk/>
            <pc:sldMk cId="861028677" sldId="256"/>
            <ac:picMk id="17" creationId="{7482DA14-630E-AE81-A91E-681C7BF589E9}"/>
          </ac:picMkLst>
        </pc:picChg>
        <pc:cxnChg chg="add del mod">
          <ac:chgData name="灏锦 张" userId="098f73f048af6dd6" providerId="LiveId" clId="{31A13A29-9263-4783-AF75-B4F7CD59E009}" dt="2026-07-09T07:58:08.833" v="3821" actId="478"/>
          <ac:cxnSpMkLst>
            <pc:docMk/>
            <pc:sldMk cId="861028677" sldId="256"/>
            <ac:cxnSpMk id="11" creationId="{546407BE-60BC-9470-82CD-3203C8853E6B}"/>
          </ac:cxnSpMkLst>
        </pc:cxnChg>
        <pc:cxnChg chg="add mod">
          <ac:chgData name="灏锦 张" userId="098f73f048af6dd6" providerId="LiveId" clId="{31A13A29-9263-4783-AF75-B4F7CD59E009}" dt="2026-07-09T07:49:44.442" v="3766" actId="14100"/>
          <ac:cxnSpMkLst>
            <pc:docMk/>
            <pc:sldMk cId="861028677" sldId="256"/>
            <ac:cxnSpMk id="12" creationId="{26CE764E-161E-1904-219D-31D7CD8A49CB}"/>
          </ac:cxnSpMkLst>
        </pc:cxnChg>
        <pc:cxnChg chg="add mod ord">
          <ac:chgData name="灏锦 张" userId="098f73f048af6dd6" providerId="LiveId" clId="{31A13A29-9263-4783-AF75-B4F7CD59E009}" dt="2026-07-09T07:46:20.129" v="3725" actId="14100"/>
          <ac:cxnSpMkLst>
            <pc:docMk/>
            <pc:sldMk cId="861028677" sldId="256"/>
            <ac:cxnSpMk id="20" creationId="{682C3438-3624-D4C2-293E-6623061DAF45}"/>
          </ac:cxnSpMkLst>
        </pc:cxnChg>
        <pc:cxnChg chg="add mod">
          <ac:chgData name="灏锦 张" userId="098f73f048af6dd6" providerId="LiveId" clId="{31A13A29-9263-4783-AF75-B4F7CD59E009}" dt="2026-07-09T07:51:26.279" v="3783" actId="692"/>
          <ac:cxnSpMkLst>
            <pc:docMk/>
            <pc:sldMk cId="861028677" sldId="256"/>
            <ac:cxnSpMk id="25" creationId="{8EA388EF-A032-163C-5B9F-BEF47A7B185F}"/>
          </ac:cxnSpMkLst>
        </pc:cxnChg>
        <pc:cxnChg chg="add mod">
          <ac:chgData name="灏锦 张" userId="098f73f048af6dd6" providerId="LiveId" clId="{31A13A29-9263-4783-AF75-B4F7CD59E009}" dt="2026-07-09T07:51:26.279" v="3783" actId="692"/>
          <ac:cxnSpMkLst>
            <pc:docMk/>
            <pc:sldMk cId="861028677" sldId="256"/>
            <ac:cxnSpMk id="26" creationId="{646912C9-4160-D2BC-FF89-32F7B98DE60A}"/>
          </ac:cxnSpMkLst>
        </pc:cxnChg>
        <pc:cxnChg chg="mod">
          <ac:chgData name="灏锦 张" userId="098f73f048af6dd6" providerId="LiveId" clId="{31A13A29-9263-4783-AF75-B4F7CD59E009}" dt="2026-07-09T07:51:45.048" v="3784" actId="692"/>
          <ac:cxnSpMkLst>
            <pc:docMk/>
            <pc:sldMk cId="861028677" sldId="256"/>
            <ac:cxnSpMk id="40" creationId="{03DA8381-E068-62CA-EC3F-9C4582DD68E6}"/>
          </ac:cxnSpMkLst>
        </pc:cxnChg>
        <pc:cxnChg chg="mod">
          <ac:chgData name="灏锦 张" userId="098f73f048af6dd6" providerId="LiveId" clId="{31A13A29-9263-4783-AF75-B4F7CD59E009}" dt="2026-07-09T07:51:53.470" v="3785" actId="692"/>
          <ac:cxnSpMkLst>
            <pc:docMk/>
            <pc:sldMk cId="861028677" sldId="256"/>
            <ac:cxnSpMk id="41" creationId="{99DCFE91-BEEA-6499-58FD-5C1B8F7F990B}"/>
          </ac:cxnSpMkLst>
        </pc:cxnChg>
        <pc:cxnChg chg="mod">
          <ac:chgData name="灏锦 张" userId="098f73f048af6dd6" providerId="LiveId" clId="{31A13A29-9263-4783-AF75-B4F7CD59E009}" dt="2026-07-03T08:05:58.025" v="142"/>
          <ac:cxnSpMkLst>
            <pc:docMk/>
            <pc:sldMk cId="861028677" sldId="256"/>
            <ac:cxnSpMk id="46" creationId="{55170E0F-1F0A-F41F-61D8-530ECA771959}"/>
          </ac:cxnSpMkLst>
        </pc:cxnChg>
        <pc:cxnChg chg="mod">
          <ac:chgData name="灏锦 张" userId="098f73f048af6dd6" providerId="LiveId" clId="{31A13A29-9263-4783-AF75-B4F7CD59E009}" dt="2026-07-03T08:05:58.025" v="142"/>
          <ac:cxnSpMkLst>
            <pc:docMk/>
            <pc:sldMk cId="861028677" sldId="256"/>
            <ac:cxnSpMk id="47" creationId="{8F162F15-D9F4-5BFE-3DEB-EF077D812E10}"/>
          </ac:cxnSpMkLst>
        </pc:cxnChg>
        <pc:cxnChg chg="mod">
          <ac:chgData name="灏锦 张" userId="098f73f048af6dd6" providerId="LiveId" clId="{31A13A29-9263-4783-AF75-B4F7CD59E009}" dt="2026-07-03T08:06:25.826" v="168"/>
          <ac:cxnSpMkLst>
            <pc:docMk/>
            <pc:sldMk cId="861028677" sldId="256"/>
            <ac:cxnSpMk id="51" creationId="{9DAE4E8E-6108-B6FC-1640-D1003352F1D8}"/>
          </ac:cxnSpMkLst>
        </pc:cxnChg>
        <pc:cxnChg chg="mod">
          <ac:chgData name="灏锦 张" userId="098f73f048af6dd6" providerId="LiveId" clId="{31A13A29-9263-4783-AF75-B4F7CD59E009}" dt="2026-07-03T08:06:44.200" v="173" actId="14100"/>
          <ac:cxnSpMkLst>
            <pc:docMk/>
            <pc:sldMk cId="861028677" sldId="256"/>
            <ac:cxnSpMk id="52" creationId="{6E61BEA6-0529-0CB7-EC96-C8C8C80F5358}"/>
          </ac:cxnSpMkLst>
        </pc:cxnChg>
        <pc:cxnChg chg="mod">
          <ac:chgData name="灏锦 张" userId="098f73f048af6dd6" providerId="LiveId" clId="{31A13A29-9263-4783-AF75-B4F7CD59E009}" dt="2026-07-03T08:11:16.876" v="278" actId="14100"/>
          <ac:cxnSpMkLst>
            <pc:docMk/>
            <pc:sldMk cId="861028677" sldId="256"/>
            <ac:cxnSpMk id="61" creationId="{74C5EDE5-20DE-9F01-BCC7-F745428603B0}"/>
          </ac:cxnSpMkLst>
        </pc:cxnChg>
        <pc:cxnChg chg="mod">
          <ac:chgData name="灏锦 张" userId="098f73f048af6dd6" providerId="LiveId" clId="{31A13A29-9263-4783-AF75-B4F7CD59E009}" dt="2026-07-03T08:17:55.917" v="360" actId="14100"/>
          <ac:cxnSpMkLst>
            <pc:docMk/>
            <pc:sldMk cId="861028677" sldId="256"/>
            <ac:cxnSpMk id="62" creationId="{75CDDF06-9531-BAF0-FAEF-4ED1351351F2}"/>
          </ac:cxnSpMkLst>
        </pc:cxnChg>
        <pc:cxnChg chg="mod">
          <ac:chgData name="灏锦 张" userId="098f73f048af6dd6" providerId="LiveId" clId="{31A13A29-9263-4783-AF75-B4F7CD59E009}" dt="2026-07-09T07:54:03.853" v="3809" actId="692"/>
          <ac:cxnSpMkLst>
            <pc:docMk/>
            <pc:sldMk cId="861028677" sldId="256"/>
            <ac:cxnSpMk id="75" creationId="{FE6DCECC-20EC-B787-E3AC-0A2AB4CA9FE3}"/>
          </ac:cxnSpMkLst>
        </pc:cxnChg>
        <pc:cxnChg chg="mod">
          <ac:chgData name="灏锦 张" userId="098f73f048af6dd6" providerId="LiveId" clId="{31A13A29-9263-4783-AF75-B4F7CD59E009}" dt="2026-07-09T07:54:15.882" v="3811" actId="692"/>
          <ac:cxnSpMkLst>
            <pc:docMk/>
            <pc:sldMk cId="861028677" sldId="256"/>
            <ac:cxnSpMk id="76" creationId="{82F235D8-3646-2E29-2E9F-CA86DCF91515}"/>
          </ac:cxnSpMkLst>
        </pc:cxnChg>
      </pc:sldChg>
      <pc:sldChg chg="modSp new mod">
        <pc:chgData name="灏锦 张" userId="098f73f048af6dd6" providerId="LiveId" clId="{31A13A29-9263-4783-AF75-B4F7CD59E009}" dt="2026-07-06T08:49:09.858" v="3470" actId="20577"/>
        <pc:sldMkLst>
          <pc:docMk/>
          <pc:sldMk cId="2847269577" sldId="257"/>
        </pc:sldMkLst>
        <pc:spChg chg="mod">
          <ac:chgData name="灏锦 张" userId="098f73f048af6dd6" providerId="LiveId" clId="{31A13A29-9263-4783-AF75-B4F7CD59E009}" dt="2026-07-06T08:49:09.858" v="3470" actId="20577"/>
          <ac:spMkLst>
            <pc:docMk/>
            <pc:sldMk cId="2847269577" sldId="257"/>
            <ac:spMk id="2" creationId="{C8A73192-C010-B976-59AC-D2CA42631B3A}"/>
          </ac:spMkLst>
        </pc:spChg>
        <pc:spChg chg="mod">
          <ac:chgData name="灏锦 张" userId="098f73f048af6dd6" providerId="LiveId" clId="{31A13A29-9263-4783-AF75-B4F7CD59E009}" dt="2026-07-06T07:22:39.717" v="692" actId="20577"/>
          <ac:spMkLst>
            <pc:docMk/>
            <pc:sldMk cId="2847269577" sldId="257"/>
            <ac:spMk id="3" creationId="{F7EA8B95-7422-644C-3DCA-A1451E8ADF9A}"/>
          </ac:spMkLst>
        </pc:spChg>
      </pc:sldChg>
      <pc:sldChg chg="addSp delSp modSp new mod">
        <pc:chgData name="灏锦 张" userId="098f73f048af6dd6" providerId="LiveId" clId="{31A13A29-9263-4783-AF75-B4F7CD59E009}" dt="2026-07-06T07:45:37.466" v="1572" actId="1076"/>
        <pc:sldMkLst>
          <pc:docMk/>
          <pc:sldMk cId="2423578545" sldId="258"/>
        </pc:sldMkLst>
        <pc:spChg chg="mod">
          <ac:chgData name="灏锦 张" userId="098f73f048af6dd6" providerId="LiveId" clId="{31A13A29-9263-4783-AF75-B4F7CD59E009}" dt="2026-07-06T07:41:17.523" v="1200" actId="1076"/>
          <ac:spMkLst>
            <pc:docMk/>
            <pc:sldMk cId="2423578545" sldId="258"/>
            <ac:spMk id="2" creationId="{8D49D89D-687F-D360-CF20-50A1932C8419}"/>
          </ac:spMkLst>
        </pc:spChg>
        <pc:spChg chg="add mod">
          <ac:chgData name="灏锦 张" userId="098f73f048af6dd6" providerId="LiveId" clId="{31A13A29-9263-4783-AF75-B4F7CD59E009}" dt="2026-07-06T07:45:19.645" v="1568" actId="20577"/>
          <ac:spMkLst>
            <pc:docMk/>
            <pc:sldMk cId="2423578545" sldId="258"/>
            <ac:spMk id="26" creationId="{79E5C897-640D-F7E1-C4E4-F2B59126F8E2}"/>
          </ac:spMkLst>
        </pc:spChg>
        <pc:grpChg chg="add mod">
          <ac:chgData name="灏锦 张" userId="098f73f048af6dd6" providerId="LiveId" clId="{31A13A29-9263-4783-AF75-B4F7CD59E009}" dt="2026-07-06T07:25:10.534" v="715" actId="164"/>
          <ac:grpSpMkLst>
            <pc:docMk/>
            <pc:sldMk cId="2423578545" sldId="258"/>
            <ac:grpSpMk id="22" creationId="{8C5B89FD-C311-98F2-8AD5-42E6FD1E651A}"/>
          </ac:grpSpMkLst>
        </pc:grpChg>
        <pc:picChg chg="add mod ord">
          <ac:chgData name="灏锦 张" userId="098f73f048af6dd6" providerId="LiveId" clId="{31A13A29-9263-4783-AF75-B4F7CD59E009}" dt="2026-07-06T07:23:06.899" v="694" actId="1076"/>
          <ac:picMkLst>
            <pc:docMk/>
            <pc:sldMk cId="2423578545" sldId="258"/>
            <ac:picMk id="5" creationId="{937C12C7-07FF-D058-25CC-3D42C94AFFA6}"/>
          </ac:picMkLst>
        </pc:picChg>
        <pc:picChg chg="add mod">
          <ac:chgData name="灏锦 张" userId="098f73f048af6dd6" providerId="LiveId" clId="{31A13A29-9263-4783-AF75-B4F7CD59E009}" dt="2026-07-06T07:23:11.721" v="695" actId="1076"/>
          <ac:picMkLst>
            <pc:docMk/>
            <pc:sldMk cId="2423578545" sldId="258"/>
            <ac:picMk id="7" creationId="{7F8B93A5-E14C-7C42-137A-7F16A1E818B5}"/>
          </ac:picMkLst>
        </pc:picChg>
        <pc:cxnChg chg="add mod">
          <ac:chgData name="灏锦 张" userId="098f73f048af6dd6" providerId="LiveId" clId="{31A13A29-9263-4783-AF75-B4F7CD59E009}" dt="2026-07-06T07:25:10.534" v="715" actId="164"/>
          <ac:cxnSpMkLst>
            <pc:docMk/>
            <pc:sldMk cId="2423578545" sldId="258"/>
            <ac:cxnSpMk id="9" creationId="{95C68D97-E2EA-8751-70A5-835A233E42B1}"/>
          </ac:cxnSpMkLst>
        </pc:cxnChg>
        <pc:cxnChg chg="add mod">
          <ac:chgData name="灏锦 张" userId="098f73f048af6dd6" providerId="LiveId" clId="{31A13A29-9263-4783-AF75-B4F7CD59E009}" dt="2026-07-06T07:25:10.534" v="715" actId="164"/>
          <ac:cxnSpMkLst>
            <pc:docMk/>
            <pc:sldMk cId="2423578545" sldId="258"/>
            <ac:cxnSpMk id="10" creationId="{D10B5335-A3A6-D315-664E-E89B2C6E7F3D}"/>
          </ac:cxnSpMkLst>
        </pc:cxnChg>
        <pc:cxnChg chg="add mod">
          <ac:chgData name="灏锦 张" userId="098f73f048af6dd6" providerId="LiveId" clId="{31A13A29-9263-4783-AF75-B4F7CD59E009}" dt="2026-07-06T07:25:10.534" v="715" actId="164"/>
          <ac:cxnSpMkLst>
            <pc:docMk/>
            <pc:sldMk cId="2423578545" sldId="258"/>
            <ac:cxnSpMk id="11" creationId="{D5570868-BFE6-9312-6DD1-22C38F61121C}"/>
          </ac:cxnSpMkLst>
        </pc:cxnChg>
        <pc:cxnChg chg="add mod">
          <ac:chgData name="灏锦 张" userId="098f73f048af6dd6" providerId="LiveId" clId="{31A13A29-9263-4783-AF75-B4F7CD59E009}" dt="2026-07-06T07:25:10.534" v="715" actId="164"/>
          <ac:cxnSpMkLst>
            <pc:docMk/>
            <pc:sldMk cId="2423578545" sldId="258"/>
            <ac:cxnSpMk id="12" creationId="{9A1645AE-3822-692C-731A-A1EB9606A650}"/>
          </ac:cxnSpMkLst>
        </pc:cxnChg>
        <pc:cxnChg chg="add mod">
          <ac:chgData name="灏锦 张" userId="098f73f048af6dd6" providerId="LiveId" clId="{31A13A29-9263-4783-AF75-B4F7CD59E009}" dt="2026-07-06T07:25:10.534" v="715" actId="164"/>
          <ac:cxnSpMkLst>
            <pc:docMk/>
            <pc:sldMk cId="2423578545" sldId="258"/>
            <ac:cxnSpMk id="13" creationId="{E9E30E1A-163D-2D85-A63E-D4A30FBB28BC}"/>
          </ac:cxnSpMkLst>
        </pc:cxnChg>
        <pc:cxnChg chg="add mod">
          <ac:chgData name="灏锦 张" userId="098f73f048af6dd6" providerId="LiveId" clId="{31A13A29-9263-4783-AF75-B4F7CD59E009}" dt="2026-07-06T07:25:10.534" v="715" actId="164"/>
          <ac:cxnSpMkLst>
            <pc:docMk/>
            <pc:sldMk cId="2423578545" sldId="258"/>
            <ac:cxnSpMk id="14" creationId="{8D435249-2360-6695-A3DD-5E17DBBA2834}"/>
          </ac:cxnSpMkLst>
        </pc:cxnChg>
        <pc:cxnChg chg="add mod">
          <ac:chgData name="灏锦 张" userId="098f73f048af6dd6" providerId="LiveId" clId="{31A13A29-9263-4783-AF75-B4F7CD59E009}" dt="2026-07-06T07:25:38.247" v="724" actId="692"/>
          <ac:cxnSpMkLst>
            <pc:docMk/>
            <pc:sldMk cId="2423578545" sldId="258"/>
            <ac:cxnSpMk id="25" creationId="{11381CF1-9CA6-9C3A-0DF0-C6B2431A2031}"/>
          </ac:cxnSpMkLst>
        </pc:cxnChg>
        <pc:cxnChg chg="add mod">
          <ac:chgData name="灏锦 张" userId="098f73f048af6dd6" providerId="LiveId" clId="{31A13A29-9263-4783-AF75-B4F7CD59E009}" dt="2026-07-06T07:45:37.466" v="1572" actId="1076"/>
          <ac:cxnSpMkLst>
            <pc:docMk/>
            <pc:sldMk cId="2423578545" sldId="258"/>
            <ac:cxnSpMk id="29" creationId="{B895D576-2233-DD50-236F-866EA3074E7F}"/>
          </ac:cxnSpMkLst>
        </pc:cxnChg>
      </pc:sldChg>
      <pc:sldChg chg="addSp delSp modSp new mod">
        <pc:chgData name="灏锦 张" userId="098f73f048af6dd6" providerId="LiveId" clId="{31A13A29-9263-4783-AF75-B4F7CD59E009}" dt="2026-07-06T08:49:23.755" v="3472" actId="1076"/>
        <pc:sldMkLst>
          <pc:docMk/>
          <pc:sldMk cId="1654487921" sldId="259"/>
        </pc:sldMkLst>
        <pc:spChg chg="mod">
          <ac:chgData name="灏锦 张" userId="098f73f048af6dd6" providerId="LiveId" clId="{31A13A29-9263-4783-AF75-B4F7CD59E009}" dt="2026-07-06T07:47:48.243" v="1784" actId="1076"/>
          <ac:spMkLst>
            <pc:docMk/>
            <pc:sldMk cId="1654487921" sldId="259"/>
            <ac:spMk id="2" creationId="{B381FAD1-7D28-87FD-615F-C1F843387889}"/>
          </ac:spMkLst>
        </pc:spChg>
        <pc:spChg chg="mod">
          <ac:chgData name="灏锦 张" userId="098f73f048af6dd6" providerId="LiveId" clId="{31A13A29-9263-4783-AF75-B4F7CD59E009}" dt="2026-07-06T08:49:18.823" v="3471" actId="1076"/>
          <ac:spMkLst>
            <pc:docMk/>
            <pc:sldMk cId="1654487921" sldId="259"/>
            <ac:spMk id="3" creationId="{A2214DD1-EA3E-56D1-7902-6C56638BDB91}"/>
          </ac:spMkLst>
        </pc:spChg>
        <pc:grpChg chg="add mod">
          <ac:chgData name="灏锦 张" userId="098f73f048af6dd6" providerId="LiveId" clId="{31A13A29-9263-4783-AF75-B4F7CD59E009}" dt="2026-07-06T08:49:23.755" v="3472" actId="1076"/>
          <ac:grpSpMkLst>
            <pc:docMk/>
            <pc:sldMk cId="1654487921" sldId="259"/>
            <ac:grpSpMk id="15" creationId="{7E749E7C-54B0-12E2-8D9D-BB86DEAB49B0}"/>
          </ac:grpSpMkLst>
        </pc:grpChg>
        <pc:picChg chg="add mod">
          <ac:chgData name="灏锦 张" userId="098f73f048af6dd6" providerId="LiveId" clId="{31A13A29-9263-4783-AF75-B4F7CD59E009}" dt="2026-07-06T08:49:23.755" v="3472" actId="1076"/>
          <ac:picMkLst>
            <pc:docMk/>
            <pc:sldMk cId="1654487921" sldId="259"/>
            <ac:picMk id="4" creationId="{29CA5001-3F27-9844-7474-0004D5B5AD4C}"/>
          </ac:picMkLst>
        </pc:picChg>
        <pc:cxnChg chg="add mod">
          <ac:chgData name="灏锦 张" userId="098f73f048af6dd6" providerId="LiveId" clId="{31A13A29-9263-4783-AF75-B4F7CD59E009}" dt="2026-07-06T07:47:55.644" v="1786" actId="164"/>
          <ac:cxnSpMkLst>
            <pc:docMk/>
            <pc:sldMk cId="1654487921" sldId="259"/>
            <ac:cxnSpMk id="6" creationId="{3FFE6865-607E-747E-A297-9321709E4812}"/>
          </ac:cxnSpMkLst>
        </pc:cxnChg>
        <pc:cxnChg chg="add mod">
          <ac:chgData name="灏锦 张" userId="098f73f048af6dd6" providerId="LiveId" clId="{31A13A29-9263-4783-AF75-B4F7CD59E009}" dt="2026-07-06T07:47:55.644" v="1786" actId="164"/>
          <ac:cxnSpMkLst>
            <pc:docMk/>
            <pc:sldMk cId="1654487921" sldId="259"/>
            <ac:cxnSpMk id="7" creationId="{8F6354A7-B692-E4BC-DDF6-2A7A79BC5C78}"/>
          </ac:cxnSpMkLst>
        </pc:cxnChg>
        <pc:cxnChg chg="add mod">
          <ac:chgData name="灏锦 张" userId="098f73f048af6dd6" providerId="LiveId" clId="{31A13A29-9263-4783-AF75-B4F7CD59E009}" dt="2026-07-06T07:47:55.644" v="1786" actId="164"/>
          <ac:cxnSpMkLst>
            <pc:docMk/>
            <pc:sldMk cId="1654487921" sldId="259"/>
            <ac:cxnSpMk id="8" creationId="{CCDD6A7E-ED4F-DBE6-7CAD-C4087E259489}"/>
          </ac:cxnSpMkLst>
        </pc:cxnChg>
        <pc:cxnChg chg="add mod">
          <ac:chgData name="灏锦 张" userId="098f73f048af6dd6" providerId="LiveId" clId="{31A13A29-9263-4783-AF75-B4F7CD59E009}" dt="2026-07-06T07:47:55.644" v="1786" actId="164"/>
          <ac:cxnSpMkLst>
            <pc:docMk/>
            <pc:sldMk cId="1654487921" sldId="259"/>
            <ac:cxnSpMk id="9" creationId="{C44EA2F2-EFF4-B554-C694-AB178EF64BC9}"/>
          </ac:cxnSpMkLst>
        </pc:cxnChg>
        <pc:cxnChg chg="add mod">
          <ac:chgData name="灏锦 张" userId="098f73f048af6dd6" providerId="LiveId" clId="{31A13A29-9263-4783-AF75-B4F7CD59E009}" dt="2026-07-06T07:47:55.644" v="1786" actId="164"/>
          <ac:cxnSpMkLst>
            <pc:docMk/>
            <pc:sldMk cId="1654487921" sldId="259"/>
            <ac:cxnSpMk id="12" creationId="{CAE0C3A6-76CF-87D8-B5B3-91401177EB57}"/>
          </ac:cxnSpMkLst>
        </pc:cxnChg>
      </pc:sldChg>
      <pc:sldChg chg="modSp new mod">
        <pc:chgData name="灏锦 张" userId="098f73f048af6dd6" providerId="LiveId" clId="{31A13A29-9263-4783-AF75-B4F7CD59E009}" dt="2026-07-06T08:39:18.123" v="2438" actId="20577"/>
        <pc:sldMkLst>
          <pc:docMk/>
          <pc:sldMk cId="3146560437" sldId="260"/>
        </pc:sldMkLst>
        <pc:spChg chg="mod">
          <ac:chgData name="灏锦 张" userId="098f73f048af6dd6" providerId="LiveId" clId="{31A13A29-9263-4783-AF75-B4F7CD59E009}" dt="2026-07-06T07:41:39.736" v="1217" actId="114"/>
          <ac:spMkLst>
            <pc:docMk/>
            <pc:sldMk cId="3146560437" sldId="260"/>
            <ac:spMk id="2" creationId="{9735C606-CC08-13DB-37AC-EA44211C5BB0}"/>
          </ac:spMkLst>
        </pc:spChg>
        <pc:spChg chg="mod">
          <ac:chgData name="灏锦 张" userId="098f73f048af6dd6" providerId="LiveId" clId="{31A13A29-9263-4783-AF75-B4F7CD59E009}" dt="2026-07-06T08:39:18.123" v="2438" actId="20577"/>
          <ac:spMkLst>
            <pc:docMk/>
            <pc:sldMk cId="3146560437" sldId="260"/>
            <ac:spMk id="3" creationId="{6BAEACA1-469D-F6D3-62AA-C9290A08782B}"/>
          </ac:spMkLst>
        </pc:spChg>
      </pc:sldChg>
      <pc:sldChg chg="addSp delSp modSp new mod">
        <pc:chgData name="灏锦 张" userId="098f73f048af6dd6" providerId="LiveId" clId="{31A13A29-9263-4783-AF75-B4F7CD59E009}" dt="2026-07-06T08:49:36.225" v="3474" actId="1076"/>
        <pc:sldMkLst>
          <pc:docMk/>
          <pc:sldMk cId="3860742396" sldId="261"/>
        </pc:sldMkLst>
        <pc:spChg chg="add mod">
          <ac:chgData name="灏锦 张" userId="098f73f048af6dd6" providerId="LiveId" clId="{31A13A29-9263-4783-AF75-B4F7CD59E009}" dt="2026-07-06T08:49:36.225" v="3474" actId="1076"/>
          <ac:spMkLst>
            <pc:docMk/>
            <pc:sldMk cId="3860742396" sldId="261"/>
            <ac:spMk id="4" creationId="{B72F0F74-C014-9541-BABA-8A80D90D1482}"/>
          </ac:spMkLst>
        </pc:spChg>
        <pc:grpChg chg="add mod">
          <ac:chgData name="灏锦 张" userId="098f73f048af6dd6" providerId="LiveId" clId="{31A13A29-9263-4783-AF75-B4F7CD59E009}" dt="2026-07-06T08:49:33.361" v="3473" actId="1076"/>
          <ac:grpSpMkLst>
            <pc:docMk/>
            <pc:sldMk cId="3860742396" sldId="261"/>
            <ac:grpSpMk id="6" creationId="{FC2E736A-29AA-6108-51B2-713D9AF44080}"/>
          </ac:grpSpMkLst>
        </pc:grpChg>
        <pc:picChg chg="add mod">
          <ac:chgData name="灏锦 张" userId="098f73f048af6dd6" providerId="LiveId" clId="{31A13A29-9263-4783-AF75-B4F7CD59E009}" dt="2026-07-06T08:49:33.361" v="3473" actId="1076"/>
          <ac:picMkLst>
            <pc:docMk/>
            <pc:sldMk cId="3860742396" sldId="261"/>
            <ac:picMk id="5" creationId="{60892C45-2B2F-4C5E-04C2-1D7A37A0CB26}"/>
          </ac:picMkLst>
        </pc:picChg>
        <pc:picChg chg="add mod">
          <ac:chgData name="灏锦 张" userId="098f73f048af6dd6" providerId="LiveId" clId="{31A13A29-9263-4783-AF75-B4F7CD59E009}" dt="2026-07-06T08:49:33.361" v="3473" actId="1076"/>
          <ac:picMkLst>
            <pc:docMk/>
            <pc:sldMk cId="3860742396" sldId="261"/>
            <ac:picMk id="14" creationId="{22A3ECAE-7298-6674-F02D-07C51CBA62C2}"/>
          </ac:picMkLst>
        </pc:picChg>
        <pc:cxnChg chg="mod">
          <ac:chgData name="灏锦 张" userId="098f73f048af6dd6" providerId="LiveId" clId="{31A13A29-9263-4783-AF75-B4F7CD59E009}" dt="2026-07-06T08:12:58.598" v="2079"/>
          <ac:cxnSpMkLst>
            <pc:docMk/>
            <pc:sldMk cId="3860742396" sldId="261"/>
            <ac:cxnSpMk id="7" creationId="{13AEB11E-D419-379A-2E89-0D70631E6386}"/>
          </ac:cxnSpMkLst>
        </pc:cxnChg>
        <pc:cxnChg chg="mod">
          <ac:chgData name="灏锦 张" userId="098f73f048af6dd6" providerId="LiveId" clId="{31A13A29-9263-4783-AF75-B4F7CD59E009}" dt="2026-07-06T08:14:30.828" v="2203" actId="1076"/>
          <ac:cxnSpMkLst>
            <pc:docMk/>
            <pc:sldMk cId="3860742396" sldId="261"/>
            <ac:cxnSpMk id="8" creationId="{387E868E-716E-E321-DAD7-4F21FC3F9180}"/>
          </ac:cxnSpMkLst>
        </pc:cxnChg>
        <pc:cxnChg chg="mod">
          <ac:chgData name="灏锦 张" userId="098f73f048af6dd6" providerId="LiveId" clId="{31A13A29-9263-4783-AF75-B4F7CD59E009}" dt="2026-07-06T08:14:40.767" v="2206" actId="1076"/>
          <ac:cxnSpMkLst>
            <pc:docMk/>
            <pc:sldMk cId="3860742396" sldId="261"/>
            <ac:cxnSpMk id="9" creationId="{43771E2B-08CA-E8EC-FB61-E2EE3C2BF94C}"/>
          </ac:cxnSpMkLst>
        </pc:cxnChg>
        <pc:cxnChg chg="mod">
          <ac:chgData name="灏锦 张" userId="098f73f048af6dd6" providerId="LiveId" clId="{31A13A29-9263-4783-AF75-B4F7CD59E009}" dt="2026-07-06T08:15:01.800" v="2210" actId="14100"/>
          <ac:cxnSpMkLst>
            <pc:docMk/>
            <pc:sldMk cId="3860742396" sldId="261"/>
            <ac:cxnSpMk id="10" creationId="{990E4448-B1C1-A8B2-DB90-D97286E27D0C}"/>
          </ac:cxnSpMkLst>
        </pc:cxnChg>
        <pc:cxnChg chg="mod">
          <ac:chgData name="灏锦 张" userId="098f73f048af6dd6" providerId="LiveId" clId="{31A13A29-9263-4783-AF75-B4F7CD59E009}" dt="2026-07-06T08:15:06.681" v="2211" actId="1076"/>
          <ac:cxnSpMkLst>
            <pc:docMk/>
            <pc:sldMk cId="3860742396" sldId="261"/>
            <ac:cxnSpMk id="11" creationId="{5CB4C80A-DEB8-E5C5-45AF-0984A9FEF56E}"/>
          </ac:cxnSpMkLst>
        </pc:cxnChg>
      </pc:sldChg>
      <pc:sldChg chg="addSp delSp modSp new mod">
        <pc:chgData name="灏锦 张" userId="098f73f048af6dd6" providerId="LiveId" clId="{31A13A29-9263-4783-AF75-B4F7CD59E009}" dt="2026-07-06T08:48:49.873" v="3467" actId="1076"/>
        <pc:sldMkLst>
          <pc:docMk/>
          <pc:sldMk cId="2651505078" sldId="262"/>
        </pc:sldMkLst>
        <pc:spChg chg="mod">
          <ac:chgData name="灏锦 张" userId="098f73f048af6dd6" providerId="LiveId" clId="{31A13A29-9263-4783-AF75-B4F7CD59E009}" dt="2026-07-06T08:35:36.858" v="2377" actId="5793"/>
          <ac:spMkLst>
            <pc:docMk/>
            <pc:sldMk cId="2651505078" sldId="262"/>
            <ac:spMk id="2" creationId="{B96314C0-2F52-3EA6-B267-726966BBD6DB}"/>
          </ac:spMkLst>
        </pc:spChg>
        <pc:spChg chg="add mod">
          <ac:chgData name="灏锦 张" userId="098f73f048af6dd6" providerId="LiveId" clId="{31A13A29-9263-4783-AF75-B4F7CD59E009}" dt="2026-07-06T08:37:39.205" v="2390" actId="5793"/>
          <ac:spMkLst>
            <pc:docMk/>
            <pc:sldMk cId="2651505078" sldId="262"/>
            <ac:spMk id="8" creationId="{5D5B5547-238E-4419-F6D9-260150B1A9A0}"/>
          </ac:spMkLst>
        </pc:spChg>
        <pc:picChg chg="add mod ord">
          <ac:chgData name="灏锦 张" userId="098f73f048af6dd6" providerId="LiveId" clId="{31A13A29-9263-4783-AF75-B4F7CD59E009}" dt="2026-07-06T08:48:49.873" v="3467" actId="1076"/>
          <ac:picMkLst>
            <pc:docMk/>
            <pc:sldMk cId="2651505078" sldId="262"/>
            <ac:picMk id="5" creationId="{B43B698E-0613-A1C3-AD29-87B88AF1F3B9}"/>
          </ac:picMkLst>
        </pc:picChg>
        <pc:picChg chg="add mod">
          <ac:chgData name="灏锦 张" userId="098f73f048af6dd6" providerId="LiveId" clId="{31A13A29-9263-4783-AF75-B4F7CD59E009}" dt="2026-07-06T08:48:49.873" v="3467" actId="1076"/>
          <ac:picMkLst>
            <pc:docMk/>
            <pc:sldMk cId="2651505078" sldId="262"/>
            <ac:picMk id="7" creationId="{13FF0CC5-961C-0430-894A-6C8A8EBA1718}"/>
          </ac:picMkLst>
        </pc:picChg>
        <pc:picChg chg="add mod">
          <ac:chgData name="灏锦 张" userId="098f73f048af6dd6" providerId="LiveId" clId="{31A13A29-9263-4783-AF75-B4F7CD59E009}" dt="2026-07-06T08:48:49.873" v="3467" actId="1076"/>
          <ac:picMkLst>
            <pc:docMk/>
            <pc:sldMk cId="2651505078" sldId="262"/>
            <ac:picMk id="10" creationId="{2CA3D0FF-3E69-CE0A-A599-52882234E36A}"/>
          </ac:picMkLst>
        </pc:picChg>
      </pc:sldChg>
      <pc:sldChg chg="modSp new mod">
        <pc:chgData name="灏锦 张" userId="098f73f048af6dd6" providerId="LiveId" clId="{31A13A29-9263-4783-AF75-B4F7CD59E009}" dt="2026-07-07T07:56:52.186" v="3684" actId="20577"/>
        <pc:sldMkLst>
          <pc:docMk/>
          <pc:sldMk cId="481826077" sldId="263"/>
        </pc:sldMkLst>
        <pc:spChg chg="mod">
          <ac:chgData name="灏锦 张" userId="098f73f048af6dd6" providerId="LiveId" clId="{31A13A29-9263-4783-AF75-B4F7CD59E009}" dt="2026-07-06T08:46:54.036" v="3221" actId="1076"/>
          <ac:spMkLst>
            <pc:docMk/>
            <pc:sldMk cId="481826077" sldId="263"/>
            <ac:spMk id="2" creationId="{1045DD7C-6137-EFCF-2BAC-E00F910CB497}"/>
          </ac:spMkLst>
        </pc:spChg>
        <pc:spChg chg="mod">
          <ac:chgData name="灏锦 张" userId="098f73f048af6dd6" providerId="LiveId" clId="{31A13A29-9263-4783-AF75-B4F7CD59E009}" dt="2026-07-07T07:56:52.186" v="3684" actId="20577"/>
          <ac:spMkLst>
            <pc:docMk/>
            <pc:sldMk cId="481826077" sldId="263"/>
            <ac:spMk id="3" creationId="{A0B8BDA5-4993-C440-B5D3-74873CDF07C9}"/>
          </ac:spMkLst>
        </pc:spChg>
      </pc:sldChg>
      <pc:sldChg chg="addSp modSp new mod">
        <pc:chgData name="灏锦 张" userId="098f73f048af6dd6" providerId="LiveId" clId="{31A13A29-9263-4783-AF75-B4F7CD59E009}" dt="2026-07-06T09:08:15.594" v="3584" actId="20577"/>
        <pc:sldMkLst>
          <pc:docMk/>
          <pc:sldMk cId="1963732018" sldId="264"/>
        </pc:sldMkLst>
        <pc:spChg chg="mod">
          <ac:chgData name="灏锦 张" userId="098f73f048af6dd6" providerId="LiveId" clId="{31A13A29-9263-4783-AF75-B4F7CD59E009}" dt="2026-07-06T08:47:45.710" v="3326" actId="20577"/>
          <ac:spMkLst>
            <pc:docMk/>
            <pc:sldMk cId="1963732018" sldId="264"/>
            <ac:spMk id="2" creationId="{A0FB7ECD-FBD6-9A5F-CF9C-B730C8A9B970}"/>
          </ac:spMkLst>
        </pc:spChg>
        <pc:spChg chg="mod">
          <ac:chgData name="灏锦 张" userId="098f73f048af6dd6" providerId="LiveId" clId="{31A13A29-9263-4783-AF75-B4F7CD59E009}" dt="2026-07-06T08:48:29.683" v="3466" actId="114"/>
          <ac:spMkLst>
            <pc:docMk/>
            <pc:sldMk cId="1963732018" sldId="264"/>
            <ac:spMk id="3" creationId="{B7F1FA84-C009-72D0-A70C-A7D3A029D1D8}"/>
          </ac:spMkLst>
        </pc:spChg>
        <pc:spChg chg="add mod">
          <ac:chgData name="灏锦 张" userId="098f73f048af6dd6" providerId="LiveId" clId="{31A13A29-9263-4783-AF75-B4F7CD59E009}" dt="2026-07-06T09:08:15.594" v="3584" actId="20577"/>
          <ac:spMkLst>
            <pc:docMk/>
            <pc:sldMk cId="1963732018" sldId="264"/>
            <ac:spMk id="4" creationId="{DEC1538F-C829-4C25-EB86-720EA3D9D08B}"/>
          </ac:spMkLst>
        </pc:spChg>
      </pc:sldChg>
      <pc:sldChg chg="addSp delSp modSp new mod">
        <pc:chgData name="灏锦 张" userId="098f73f048af6dd6" providerId="LiveId" clId="{31A13A29-9263-4783-AF75-B4F7CD59E009}" dt="2026-07-06T09:13:11.705" v="3634" actId="113"/>
        <pc:sldMkLst>
          <pc:docMk/>
          <pc:sldMk cId="4048298915" sldId="265"/>
        </pc:sldMkLst>
        <pc:spChg chg="mod">
          <ac:chgData name="灏锦 张" userId="098f73f048af6dd6" providerId="LiveId" clId="{31A13A29-9263-4783-AF75-B4F7CD59E009}" dt="2026-07-06T09:12:57.747" v="3630" actId="27636"/>
          <ac:spMkLst>
            <pc:docMk/>
            <pc:sldMk cId="4048298915" sldId="265"/>
            <ac:spMk id="3" creationId="{8BE1D028-EA09-2AAD-0FB7-EB116D5D3796}"/>
          </ac:spMkLst>
        </pc:spChg>
        <pc:spChg chg="add mod">
          <ac:chgData name="灏锦 张" userId="098f73f048af6dd6" providerId="LiveId" clId="{31A13A29-9263-4783-AF75-B4F7CD59E009}" dt="2026-07-06T09:13:11.705" v="3634" actId="113"/>
          <ac:spMkLst>
            <pc:docMk/>
            <pc:sldMk cId="4048298915" sldId="265"/>
            <ac:spMk id="5" creationId="{34EE962F-EE4A-CDF4-DEDA-26B6CC880EF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7808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435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081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7868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561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834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130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5365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550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114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7665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6FAA8F-F81A-0755-9FB0-8206350A2A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B685429-8F2B-C09D-383F-8BCD3C6BB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1860E6-5131-E758-14C5-2286E758D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B1FC3A-804F-9936-7556-6737D988D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5D5B07-AD8E-5E04-B14F-F8EFFC7C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7609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F278C5-D542-DF00-CB4D-D87E872FC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377118-7449-175C-5A94-A773CD239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15AD9B-3817-D202-100C-3309E5034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FD0FD-0177-D2E2-41DD-97891E8AE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A77AF4-F56B-1D0B-1ED2-18906CD71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970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75DE7-75A0-7D97-352D-24D6A03EF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5C4556-8387-AA9D-3EA4-984778D7E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1168F8-C07C-1D08-7392-9462A10D2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2EC667-D729-60F2-A605-0C5153FA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6A8B2F-624B-B0B6-CEEA-D8AB32D0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5463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FD7166-3A70-0BE1-BF15-F7293E4DF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F2A5F8-0DE4-08B4-9400-9B231D7B19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D6BEE4F-3316-C4DC-ED23-3A7278BC6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32AC11-EEC8-5C04-2A05-78DBC8EF6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EF27BD-F491-7204-2B84-5F6CB6730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C3B417-D01C-A93F-96CC-DCE3685A7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069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6082C1-609A-4820-B5A7-E8E7CEED7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5E79FE-AD91-42CB-2AF1-C75DDA1A9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75F7B9A-A7E2-B363-9421-461DD8C267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FECCD7D-31E3-92B3-FA24-67E426C054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B2C0CC3-95B4-7F89-69E8-5ABEF4599E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A51A92B-F980-14D2-494D-88F6E8F0C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23DC718-248A-C2F7-7A9C-041119009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78FA236-45BE-DE35-B8CE-DF7E2A0AE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5495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F451EA-B726-D8E9-CA0A-E1A510F12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84D4EC7-10C0-C823-E24E-EB634C5BB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E0CC16-6E8E-EF3A-4C57-CCBCE7B8D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B3EC419-1857-58BF-BEDD-A8F5A2537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161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D9249FF-E778-5DC1-1E96-CAEB2FFF3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0F8FF68-C24D-E2F0-9AC5-EC5C9E85C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28115E-8AC8-8B19-47D4-70B034D08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6776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341AB8-C6D9-3398-919B-74434977B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18F90E-72DC-E8BF-1C47-0F84E91E7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C31A8F-0BFB-90D0-D6C8-A90B28D09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CAD543-8CBD-44E6-502F-3957E090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C7A7EF-6C7F-F6BC-B5AD-D7B9BF826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CFD3EC-EEFA-E00A-812D-C38E495F5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17787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E44AD3-810F-18E7-7DD9-D009DF053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E05A9B0-5F58-CB61-078B-D56607D768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F68E9E-0D3D-5EFC-42AF-88F91E7ACE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C26DC9-3203-26CC-5F8D-0274E0855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807FDB-CAFB-379F-9206-59F221394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772EA0-7998-7204-3558-2115173C9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6245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E8F229-CFE8-13C9-24E1-3925196F5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66E9ED-C7DD-756F-1257-396ECDFEE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05179F-D270-3431-2E26-F3C94FB3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466F77-2368-A9A3-3150-27B72E5D4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9D3B18-1AF8-3364-7221-8537DC05B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9107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FFF92FD-58DB-B579-D89C-C535432190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3E6115-EE5D-2D2F-181C-61EC298CA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2B4A9C-3CC5-A9E0-79EF-EA6D3B85B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E1807D-8591-E355-C581-A8ED8DAA1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24D86F-2F5D-EDBE-53DA-163362F49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895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0700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34356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2071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1237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4855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54754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9245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7532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61571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88119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436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675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456F415-ABFA-4435-5566-DBCBD3190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2E3ACE-A1DA-06C5-4361-DE477FA14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639864-6E99-A2E4-3B8B-26B0BA7AD4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D5A9DF-F582-1036-641C-93C4BC9F8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521AB4-0761-ECB8-FA37-A6E780D35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305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5497C7-DF62-4FAB-B9F5-64808B0FE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D663123-E0E7-4141-A799-83C5551AAD59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77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A73192-C010-B976-59AC-D2CA42631B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4266" y="887569"/>
            <a:ext cx="10497734" cy="2541431"/>
          </a:xfrm>
        </p:spPr>
        <p:txBody>
          <a:bodyPr/>
          <a:lstStyle/>
          <a:p>
            <a:r>
              <a:rPr lang="en-US" altLang="zh-CN" dirty="0"/>
              <a:t>2026.7.7 group meeting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7EA8B95-7422-644C-3DCA-A1451E8ADF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Ultrasound probe scanning data collection system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7269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5C606-CC08-13DB-37AC-EA44211C5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43634"/>
            <a:ext cx="9603275" cy="636721"/>
          </a:xfrm>
        </p:spPr>
        <p:txBody>
          <a:bodyPr/>
          <a:lstStyle/>
          <a:p>
            <a:r>
              <a:rPr lang="en-US" altLang="zh-CN" i="1" dirty="0"/>
              <a:t>content</a:t>
            </a:r>
            <a:endParaRPr lang="zh-CN" altLang="en-US" i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AEACA1-469D-F6D3-62AA-C9290A087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Step I: hospital side raw data collection</a:t>
            </a:r>
          </a:p>
          <a:p>
            <a:r>
              <a:rPr lang="en-US" altLang="zh-CN" dirty="0"/>
              <a:t>Step II: Lab side data converting</a:t>
            </a:r>
          </a:p>
          <a:p>
            <a:r>
              <a:rPr lang="en-US" altLang="zh-CN" dirty="0"/>
              <a:t>Step III: manual script writing</a:t>
            </a:r>
          </a:p>
          <a:p>
            <a:r>
              <a:rPr lang="en-US" altLang="zh-CN" dirty="0"/>
              <a:t>Step IV: future job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46560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49D89D-687F-D360-CF20-50A1932C8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913" y="1113935"/>
            <a:ext cx="9603275" cy="1049235"/>
          </a:xfrm>
        </p:spPr>
        <p:txBody>
          <a:bodyPr/>
          <a:lstStyle/>
          <a:p>
            <a:r>
              <a:rPr lang="en-US" altLang="zh-CN" b="1" i="1" dirty="0"/>
              <a:t>Step I. </a:t>
            </a:r>
            <a:r>
              <a:rPr lang="en-US" altLang="zh-CN" dirty="0"/>
              <a:t>System structure overview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37C12C7-07FF-D058-25CC-3D42C94AFF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69407" y="2143728"/>
            <a:ext cx="4924461" cy="326709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F8B93A5-E14C-7C42-137A-7F16A1E81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2441" y="339150"/>
            <a:ext cx="1219209" cy="1371610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8C5B89FD-C311-98F2-8AD5-42E6FD1E651A}"/>
              </a:ext>
            </a:extLst>
          </p:cNvPr>
          <p:cNvGrpSpPr/>
          <p:nvPr/>
        </p:nvGrpSpPr>
        <p:grpSpPr>
          <a:xfrm>
            <a:off x="5110951" y="2337473"/>
            <a:ext cx="587396" cy="2647319"/>
            <a:chOff x="5110951" y="2337473"/>
            <a:chExt cx="587396" cy="26473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5C68D97-E2EA-8751-70A5-835A233E42B1}"/>
                </a:ext>
              </a:extLst>
            </p:cNvPr>
            <p:cNvCxnSpPr/>
            <p:nvPr/>
          </p:nvCxnSpPr>
          <p:spPr>
            <a:xfrm flipH="1">
              <a:off x="5110951" y="2337473"/>
              <a:ext cx="587396" cy="0"/>
            </a:xfrm>
            <a:prstGeom prst="line">
              <a:avLst/>
            </a:prstGeom>
            <a:ln w="2222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D10B5335-A3A6-D315-664E-E89B2C6E7F3D}"/>
                </a:ext>
              </a:extLst>
            </p:cNvPr>
            <p:cNvCxnSpPr/>
            <p:nvPr/>
          </p:nvCxnSpPr>
          <p:spPr>
            <a:xfrm flipH="1">
              <a:off x="5110951" y="2677598"/>
              <a:ext cx="587396" cy="0"/>
            </a:xfrm>
            <a:prstGeom prst="line">
              <a:avLst/>
            </a:prstGeom>
            <a:ln w="2222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D5570868-BFE6-9312-6DD1-22C38F61121C}"/>
                </a:ext>
              </a:extLst>
            </p:cNvPr>
            <p:cNvCxnSpPr/>
            <p:nvPr/>
          </p:nvCxnSpPr>
          <p:spPr>
            <a:xfrm flipH="1">
              <a:off x="5110951" y="3840278"/>
              <a:ext cx="587396" cy="0"/>
            </a:xfrm>
            <a:prstGeom prst="line">
              <a:avLst/>
            </a:prstGeom>
            <a:ln w="2222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9A1645AE-3822-692C-731A-A1EB9606A650}"/>
                </a:ext>
              </a:extLst>
            </p:cNvPr>
            <p:cNvCxnSpPr/>
            <p:nvPr/>
          </p:nvCxnSpPr>
          <p:spPr>
            <a:xfrm flipH="1">
              <a:off x="5110951" y="4694122"/>
              <a:ext cx="587396" cy="0"/>
            </a:xfrm>
            <a:prstGeom prst="line">
              <a:avLst/>
            </a:prstGeom>
            <a:ln w="2222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E9E30E1A-163D-2D85-A63E-D4A30FBB28BC}"/>
                </a:ext>
              </a:extLst>
            </p:cNvPr>
            <p:cNvCxnSpPr/>
            <p:nvPr/>
          </p:nvCxnSpPr>
          <p:spPr>
            <a:xfrm flipH="1">
              <a:off x="5110951" y="4984792"/>
              <a:ext cx="587396" cy="0"/>
            </a:xfrm>
            <a:prstGeom prst="line">
              <a:avLst/>
            </a:prstGeom>
            <a:ln w="2222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8D435249-2360-6695-A3DD-5E17DBBA2834}"/>
                </a:ext>
              </a:extLst>
            </p:cNvPr>
            <p:cNvCxnSpPr>
              <a:cxnSpLocks/>
            </p:cNvCxnSpPr>
            <p:nvPr/>
          </p:nvCxnSpPr>
          <p:spPr>
            <a:xfrm>
              <a:off x="5110951" y="2337473"/>
              <a:ext cx="0" cy="2647319"/>
            </a:xfrm>
            <a:prstGeom prst="line">
              <a:avLst/>
            </a:prstGeom>
            <a:ln w="22225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11381CF1-9CA6-9C3A-0DF0-C6B2431A2031}"/>
              </a:ext>
            </a:extLst>
          </p:cNvPr>
          <p:cNvCxnSpPr/>
          <p:nvPr/>
        </p:nvCxnSpPr>
        <p:spPr>
          <a:xfrm flipH="1">
            <a:off x="4408498" y="3655076"/>
            <a:ext cx="702453" cy="0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79E5C897-640D-F7E1-C4E4-F2B59126F8E2}"/>
              </a:ext>
            </a:extLst>
          </p:cNvPr>
          <p:cNvSpPr txBox="1"/>
          <p:nvPr/>
        </p:nvSpPr>
        <p:spPr>
          <a:xfrm>
            <a:off x="315430" y="2939796"/>
            <a:ext cx="41904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Hospital side for raw data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Ultrasound scanning frame stream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Probe 6D homogeneous matrix tacked by AprilTag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Force data recorded by PAXINI finger tip sensor.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IMU for pitch and yaw angle recording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B895D576-2233-DD50-236F-866EA3074E7F}"/>
              </a:ext>
            </a:extLst>
          </p:cNvPr>
          <p:cNvCxnSpPr/>
          <p:nvPr/>
        </p:nvCxnSpPr>
        <p:spPr>
          <a:xfrm flipH="1">
            <a:off x="5110951" y="4138013"/>
            <a:ext cx="587396" cy="0"/>
          </a:xfrm>
          <a:prstGeom prst="line">
            <a:avLst/>
          </a:prstGeom>
          <a:ln w="2222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3578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717A8E9-2A5A-35EF-098D-8F6DC3994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6637" y="2531252"/>
            <a:ext cx="6358809" cy="40583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2C1B16C-279A-4D9A-8D08-7F546E5BB4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0" t="14109" r="13295" b="37209"/>
          <a:stretch>
            <a:fillRect/>
          </a:stretch>
        </p:blipFill>
        <p:spPr>
          <a:xfrm>
            <a:off x="3408351" y="815974"/>
            <a:ext cx="3797131" cy="176417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482DA14-630E-AE81-A91E-681C7BF589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3768" y="817378"/>
            <a:ext cx="2561678" cy="1764176"/>
          </a:xfrm>
          <a:prstGeom prst="rect">
            <a:avLst/>
          </a:prstGeom>
        </p:spPr>
      </p:pic>
      <p:grpSp>
        <p:nvGrpSpPr>
          <p:cNvPr id="43" name="组合 42">
            <a:extLst>
              <a:ext uri="{FF2B5EF4-FFF2-40B4-BE49-F238E27FC236}">
                <a16:creationId xmlns:a16="http://schemas.microsoft.com/office/drawing/2014/main" id="{B61E63BF-D104-5562-44D5-B93A65041D57}"/>
              </a:ext>
            </a:extLst>
          </p:cNvPr>
          <p:cNvGrpSpPr/>
          <p:nvPr/>
        </p:nvGrpSpPr>
        <p:grpSpPr>
          <a:xfrm flipH="1">
            <a:off x="5856710" y="1439147"/>
            <a:ext cx="1105216" cy="720150"/>
            <a:chOff x="9680529" y="2972282"/>
            <a:chExt cx="1318051" cy="652661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A2DDBD92-1BCB-BD9F-BD99-55AE9A573860}"/>
                </a:ext>
              </a:extLst>
            </p:cNvPr>
            <p:cNvGrpSpPr/>
            <p:nvPr/>
          </p:nvGrpSpPr>
          <p:grpSpPr>
            <a:xfrm>
              <a:off x="9680529" y="3233057"/>
              <a:ext cx="1318051" cy="391886"/>
              <a:chOff x="9692640" y="3108960"/>
              <a:chExt cx="1318051" cy="391886"/>
            </a:xfrm>
          </p:grpSpPr>
          <p:cxnSp>
            <p:nvCxnSpPr>
              <p:cNvPr id="46" name="直接连接符 45">
                <a:extLst>
                  <a:ext uri="{FF2B5EF4-FFF2-40B4-BE49-F238E27FC236}">
                    <a16:creationId xmlns:a16="http://schemas.microsoft.com/office/drawing/2014/main" id="{55170E0F-1F0A-F41F-61D8-530ECA771959}"/>
                  </a:ext>
                </a:extLst>
              </p:cNvPr>
              <p:cNvCxnSpPr/>
              <p:nvPr/>
            </p:nvCxnSpPr>
            <p:spPr>
              <a:xfrm flipV="1">
                <a:off x="9692640" y="3108960"/>
                <a:ext cx="280851" cy="39188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8F162F15-D9F4-5BFE-3DEB-EF077D812E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73491" y="3108960"/>
                <a:ext cx="1037200" cy="3374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98312451-1E7B-0693-96ED-936A37BB7B65}"/>
                </a:ext>
              </a:extLst>
            </p:cNvPr>
            <p:cNvSpPr txBox="1"/>
            <p:nvPr/>
          </p:nvSpPr>
          <p:spPr>
            <a:xfrm>
              <a:off x="9758035" y="2972282"/>
              <a:ext cx="1218458" cy="2789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Camera</a:t>
              </a:r>
              <a:r>
                <a:rPr lang="zh-CN" alt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3B230BEB-ACF4-7F24-507A-98914108DF06}"/>
              </a:ext>
            </a:extLst>
          </p:cNvPr>
          <p:cNvGrpSpPr/>
          <p:nvPr/>
        </p:nvGrpSpPr>
        <p:grpSpPr>
          <a:xfrm>
            <a:off x="3871696" y="1400511"/>
            <a:ext cx="1261938" cy="646707"/>
            <a:chOff x="9680529" y="2978236"/>
            <a:chExt cx="1894569" cy="646707"/>
          </a:xfrm>
        </p:grpSpPr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4A0F9729-F550-9CC1-13D1-A246D7DD9318}"/>
                </a:ext>
              </a:extLst>
            </p:cNvPr>
            <p:cNvGrpSpPr/>
            <p:nvPr/>
          </p:nvGrpSpPr>
          <p:grpSpPr>
            <a:xfrm>
              <a:off x="9680529" y="3233057"/>
              <a:ext cx="1650060" cy="391886"/>
              <a:chOff x="9692640" y="3108960"/>
              <a:chExt cx="1650060" cy="391886"/>
            </a:xfrm>
          </p:grpSpPr>
          <p:cxnSp>
            <p:nvCxnSpPr>
              <p:cNvPr id="51" name="直接连接符 50">
                <a:extLst>
                  <a:ext uri="{FF2B5EF4-FFF2-40B4-BE49-F238E27FC236}">
                    <a16:creationId xmlns:a16="http://schemas.microsoft.com/office/drawing/2014/main" id="{9DAE4E8E-6108-B6FC-1640-D1003352F1D8}"/>
                  </a:ext>
                </a:extLst>
              </p:cNvPr>
              <p:cNvCxnSpPr/>
              <p:nvPr/>
            </p:nvCxnSpPr>
            <p:spPr>
              <a:xfrm flipV="1">
                <a:off x="9692640" y="3108960"/>
                <a:ext cx="280851" cy="39188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>
                <a:extLst>
                  <a:ext uri="{FF2B5EF4-FFF2-40B4-BE49-F238E27FC236}">
                    <a16:creationId xmlns:a16="http://schemas.microsoft.com/office/drawing/2014/main" id="{6E61BEA6-0529-0CB7-EC96-C8C8C80F53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3491" y="3112334"/>
                <a:ext cx="1369209" cy="0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2B8C97D6-A684-D7D5-ED11-4EB5AEF5FB8B}"/>
                </a:ext>
              </a:extLst>
            </p:cNvPr>
            <p:cNvSpPr txBox="1"/>
            <p:nvPr/>
          </p:nvSpPr>
          <p:spPr>
            <a:xfrm>
              <a:off x="10002611" y="2978236"/>
              <a:ext cx="1572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Camera</a:t>
              </a:r>
              <a:r>
                <a:rPr lang="zh-CN" altLang="en-US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4" name="矩形 53">
            <a:extLst>
              <a:ext uri="{FF2B5EF4-FFF2-40B4-BE49-F238E27FC236}">
                <a16:creationId xmlns:a16="http://schemas.microsoft.com/office/drawing/2014/main" id="{4A1476E2-82D9-CEEB-9510-5F81CCB2E9D4}"/>
              </a:ext>
            </a:extLst>
          </p:cNvPr>
          <p:cNvSpPr/>
          <p:nvPr/>
        </p:nvSpPr>
        <p:spPr>
          <a:xfrm>
            <a:off x="6850194" y="2596197"/>
            <a:ext cx="2155783" cy="1564185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5EBA3AB-5931-D381-9CDC-3CA59466DF26}"/>
              </a:ext>
            </a:extLst>
          </p:cNvPr>
          <p:cNvSpPr/>
          <p:nvPr/>
        </p:nvSpPr>
        <p:spPr>
          <a:xfrm>
            <a:off x="8379331" y="3539493"/>
            <a:ext cx="442288" cy="426349"/>
          </a:xfrm>
          <a:prstGeom prst="rect">
            <a:avLst/>
          </a:prstGeom>
          <a:noFill/>
          <a:ln w="2222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B172086E-8F93-4890-0695-54C10EE9FD52}"/>
              </a:ext>
            </a:extLst>
          </p:cNvPr>
          <p:cNvGrpSpPr/>
          <p:nvPr/>
        </p:nvGrpSpPr>
        <p:grpSpPr>
          <a:xfrm>
            <a:off x="5032925" y="781955"/>
            <a:ext cx="1332994" cy="422125"/>
            <a:chOff x="9680529" y="2551111"/>
            <a:chExt cx="4056540" cy="1073832"/>
          </a:xfrm>
        </p:grpSpPr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22BB7670-1B5F-5CCC-8622-B6269D46C02C}"/>
                </a:ext>
              </a:extLst>
            </p:cNvPr>
            <p:cNvGrpSpPr/>
            <p:nvPr/>
          </p:nvGrpSpPr>
          <p:grpSpPr>
            <a:xfrm>
              <a:off x="9680529" y="3222716"/>
              <a:ext cx="1707484" cy="402227"/>
              <a:chOff x="9692640" y="3098619"/>
              <a:chExt cx="1707484" cy="402227"/>
            </a:xfrm>
          </p:grpSpPr>
          <p:cxnSp>
            <p:nvCxnSpPr>
              <p:cNvPr id="61" name="直接连接符 60">
                <a:extLst>
                  <a:ext uri="{FF2B5EF4-FFF2-40B4-BE49-F238E27FC236}">
                    <a16:creationId xmlns:a16="http://schemas.microsoft.com/office/drawing/2014/main" id="{74C5EDE5-20DE-9F01-BCC7-F745428603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92640" y="3103568"/>
                <a:ext cx="320884" cy="39727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连接符 61">
                <a:extLst>
                  <a:ext uri="{FF2B5EF4-FFF2-40B4-BE49-F238E27FC236}">
                    <a16:creationId xmlns:a16="http://schemas.microsoft.com/office/drawing/2014/main" id="{75CDDF06-9531-BAF0-FAEF-4ED1351351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13524" y="3098619"/>
                <a:ext cx="1386600" cy="4949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8035B4BC-0DF2-5951-6F48-99798399FF1F}"/>
                </a:ext>
              </a:extLst>
            </p:cNvPr>
            <p:cNvSpPr txBox="1"/>
            <p:nvPr/>
          </p:nvSpPr>
          <p:spPr>
            <a:xfrm flipH="1">
              <a:off x="9790735" y="2551111"/>
              <a:ext cx="3946334" cy="782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AprilTag</a:t>
              </a:r>
              <a:endParaRPr lang="zh-CN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76794EE5-F00C-CE5F-43B1-81FE36AAEADB}"/>
              </a:ext>
            </a:extLst>
          </p:cNvPr>
          <p:cNvGrpSpPr/>
          <p:nvPr/>
        </p:nvGrpSpPr>
        <p:grpSpPr>
          <a:xfrm flipH="1">
            <a:off x="7285169" y="1206267"/>
            <a:ext cx="1662593" cy="680788"/>
            <a:chOff x="9692640" y="2889262"/>
            <a:chExt cx="3636720" cy="611584"/>
          </a:xfrm>
        </p:grpSpPr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8EA388EF-A032-163C-5B9F-BEF47A7B18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2640" y="2889262"/>
              <a:ext cx="1111912" cy="611584"/>
            </a:xfrm>
            <a:prstGeom prst="line">
              <a:avLst/>
            </a:prstGeom>
            <a:ln>
              <a:solidFill>
                <a:srgbClr val="33CC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646912C9-4160-D2BC-FF89-32F7B98DE6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30000" y="2889262"/>
              <a:ext cx="2599360" cy="5060"/>
            </a:xfrm>
            <a:prstGeom prst="line">
              <a:avLst/>
            </a:prstGeom>
            <a:ln>
              <a:solidFill>
                <a:srgbClr val="33CC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F281B437-C7BD-3DDB-A87D-3E6C5EE868E7}"/>
              </a:ext>
            </a:extLst>
          </p:cNvPr>
          <p:cNvSpPr txBox="1"/>
          <p:nvPr/>
        </p:nvSpPr>
        <p:spPr>
          <a:xfrm flipH="1">
            <a:off x="7137827" y="868221"/>
            <a:ext cx="2164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solidFill>
                  <a:srgbClr val="33CCFF"/>
                </a:solidFill>
              </a:rPr>
              <a:t>Finger tip Sensor</a:t>
            </a:r>
            <a:endParaRPr lang="zh-CN" altLang="en-US" dirty="0">
              <a:solidFill>
                <a:srgbClr val="33CCFF"/>
              </a:solidFill>
            </a:endParaRP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5D3BEAC6-1948-5207-FEBF-843A93325B76}"/>
              </a:ext>
            </a:extLst>
          </p:cNvPr>
          <p:cNvGrpSpPr/>
          <p:nvPr/>
        </p:nvGrpSpPr>
        <p:grpSpPr>
          <a:xfrm>
            <a:off x="8708138" y="794541"/>
            <a:ext cx="1886912" cy="558430"/>
            <a:chOff x="9680529" y="2912122"/>
            <a:chExt cx="1554192" cy="712821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6B6F55F8-BAA8-BEE8-1D2D-665D3CAB02D6}"/>
                </a:ext>
              </a:extLst>
            </p:cNvPr>
            <p:cNvGrpSpPr/>
            <p:nvPr/>
          </p:nvGrpSpPr>
          <p:grpSpPr>
            <a:xfrm>
              <a:off x="9680529" y="3233057"/>
              <a:ext cx="698581" cy="391886"/>
              <a:chOff x="9692640" y="3108960"/>
              <a:chExt cx="698581" cy="391886"/>
            </a:xfrm>
          </p:grpSpPr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03DA8381-E068-62CA-EC3F-9C4582DD68E6}"/>
                  </a:ext>
                </a:extLst>
              </p:cNvPr>
              <p:cNvCxnSpPr/>
              <p:nvPr/>
            </p:nvCxnSpPr>
            <p:spPr>
              <a:xfrm flipV="1">
                <a:off x="9692640" y="3108960"/>
                <a:ext cx="280851" cy="391886"/>
              </a:xfrm>
              <a:prstGeom prst="line">
                <a:avLst/>
              </a:prstGeom>
              <a:ln>
                <a:solidFill>
                  <a:srgbClr val="00CC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99DCFE91-BEEA-6499-58FD-5C1B8F7F99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3491" y="3112334"/>
                <a:ext cx="417730" cy="18899"/>
              </a:xfrm>
              <a:prstGeom prst="line">
                <a:avLst/>
              </a:prstGeom>
              <a:ln>
                <a:solidFill>
                  <a:srgbClr val="33CC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89707C21-75A5-A5CF-6A74-9C0369FF46B3}"/>
                </a:ext>
              </a:extLst>
            </p:cNvPr>
            <p:cNvSpPr txBox="1"/>
            <p:nvPr/>
          </p:nvSpPr>
          <p:spPr>
            <a:xfrm>
              <a:off x="10016263" y="2912122"/>
              <a:ext cx="1218458" cy="3928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solidFill>
                    <a:srgbClr val="00CC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IMU</a:t>
              </a:r>
              <a:endParaRPr lang="zh-CN" altLang="en-US" b="1" dirty="0">
                <a:solidFill>
                  <a:srgbClr val="00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DFD5C406-8794-DB5B-2FE8-80487FA575D8}"/>
              </a:ext>
            </a:extLst>
          </p:cNvPr>
          <p:cNvGrpSpPr/>
          <p:nvPr/>
        </p:nvGrpSpPr>
        <p:grpSpPr>
          <a:xfrm flipH="1">
            <a:off x="3742597" y="3421522"/>
            <a:ext cx="1302895" cy="665950"/>
            <a:chOff x="9680529" y="2958993"/>
            <a:chExt cx="1666760" cy="665950"/>
          </a:xfrm>
        </p:grpSpPr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97B90364-726C-D00B-5AD1-1966741FD0D2}"/>
                </a:ext>
              </a:extLst>
            </p:cNvPr>
            <p:cNvGrpSpPr/>
            <p:nvPr/>
          </p:nvGrpSpPr>
          <p:grpSpPr>
            <a:xfrm>
              <a:off x="9680529" y="3233057"/>
              <a:ext cx="1650060" cy="391886"/>
              <a:chOff x="9692640" y="3108960"/>
              <a:chExt cx="1650060" cy="391886"/>
            </a:xfrm>
          </p:grpSpPr>
          <p:cxnSp>
            <p:nvCxnSpPr>
              <p:cNvPr id="75" name="直接连接符 74">
                <a:extLst>
                  <a:ext uri="{FF2B5EF4-FFF2-40B4-BE49-F238E27FC236}">
                    <a16:creationId xmlns:a16="http://schemas.microsoft.com/office/drawing/2014/main" id="{FE6DCECC-20EC-B787-E3AC-0A2AB4CA9F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692640" y="3108960"/>
                <a:ext cx="280851" cy="39188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连接符 75">
                <a:extLst>
                  <a:ext uri="{FF2B5EF4-FFF2-40B4-BE49-F238E27FC236}">
                    <a16:creationId xmlns:a16="http://schemas.microsoft.com/office/drawing/2014/main" id="{82F235D8-3646-2E29-2E9F-CA86DCF915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73491" y="3112334"/>
                <a:ext cx="1369209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B5F9D2BE-BE44-E306-392B-14D82BC1C52B}"/>
                </a:ext>
              </a:extLst>
            </p:cNvPr>
            <p:cNvSpPr txBox="1"/>
            <p:nvPr/>
          </p:nvSpPr>
          <p:spPr>
            <a:xfrm>
              <a:off x="9681911" y="2958993"/>
              <a:ext cx="16653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Work Station</a:t>
              </a:r>
              <a:endParaRPr lang="zh-CN" alt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7" name="文本框 76">
            <a:extLst>
              <a:ext uri="{FF2B5EF4-FFF2-40B4-BE49-F238E27FC236}">
                <a16:creationId xmlns:a16="http://schemas.microsoft.com/office/drawing/2014/main" id="{AC086DF1-8A48-5067-73D3-9E57790DD0CC}"/>
              </a:ext>
            </a:extLst>
          </p:cNvPr>
          <p:cNvSpPr txBox="1"/>
          <p:nvPr/>
        </p:nvSpPr>
        <p:spPr>
          <a:xfrm>
            <a:off x="4406547" y="2262606"/>
            <a:ext cx="151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Rear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perspective</a:t>
            </a:r>
            <a:endParaRPr lang="zh-CN" alt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54B7505C-15DB-A4CE-1969-18ED33A88715}"/>
              </a:ext>
            </a:extLst>
          </p:cNvPr>
          <p:cNvSpPr txBox="1"/>
          <p:nvPr/>
        </p:nvSpPr>
        <p:spPr>
          <a:xfrm>
            <a:off x="7305046" y="2234001"/>
            <a:ext cx="2431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Magnified probe</a:t>
            </a:r>
            <a:r>
              <a:rPr lang="en-US" altLang="zh-CN" dirty="0">
                <a:solidFill>
                  <a:srgbClr val="33CCFF"/>
                </a:solidFill>
              </a:rPr>
              <a:t> </a:t>
            </a:r>
            <a:r>
              <a:rPr lang="en-US" altLang="zh-CN" sz="1400" b="1" dirty="0"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perspective</a:t>
            </a:r>
            <a:endParaRPr lang="zh-CN" altLang="en-US" sz="1400" b="1" dirty="0">
              <a:solidFill>
                <a:srgbClr val="33CC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30C684B0-0CD5-581E-8084-4D004C0FCD7F}"/>
              </a:ext>
            </a:extLst>
          </p:cNvPr>
          <p:cNvSpPr txBox="1"/>
          <p:nvPr/>
        </p:nvSpPr>
        <p:spPr>
          <a:xfrm>
            <a:off x="3148060" y="124102"/>
            <a:ext cx="7446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/>
              <a:t>Facility Setup for data collection Overview</a:t>
            </a:r>
            <a:endParaRPr lang="zh-CN" altLang="en-US" sz="2800" b="1" i="1" dirty="0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682C3438-3624-D4C2-293E-6623061DAF45}"/>
              </a:ext>
            </a:extLst>
          </p:cNvPr>
          <p:cNvCxnSpPr>
            <a:cxnSpLocks/>
          </p:cNvCxnSpPr>
          <p:nvPr/>
        </p:nvCxnSpPr>
        <p:spPr>
          <a:xfrm flipV="1">
            <a:off x="8600475" y="2531252"/>
            <a:ext cx="5625" cy="974914"/>
          </a:xfrm>
          <a:prstGeom prst="straightConnector1">
            <a:avLst/>
          </a:prstGeom>
          <a:ln w="254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26CE764E-161E-1904-219D-31D7CD8A49CB}"/>
              </a:ext>
            </a:extLst>
          </p:cNvPr>
          <p:cNvCxnSpPr>
            <a:cxnSpLocks/>
            <a:stCxn id="54" idx="1"/>
          </p:cNvCxnSpPr>
          <p:nvPr/>
        </p:nvCxnSpPr>
        <p:spPr>
          <a:xfrm flipH="1" flipV="1">
            <a:off x="5808251" y="2504311"/>
            <a:ext cx="1041943" cy="87397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1028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81FAD1-7D28-87FD-615F-C1F843387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134" y="1265457"/>
            <a:ext cx="9603275" cy="1049235"/>
          </a:xfrm>
        </p:spPr>
        <p:txBody>
          <a:bodyPr/>
          <a:lstStyle/>
          <a:p>
            <a:r>
              <a:rPr lang="en-US" altLang="zh-CN" dirty="0"/>
              <a:t>Step II: Lab side for data converting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14DD1-EA3E-56D1-7902-6C56638BD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930" y="2503824"/>
            <a:ext cx="4861410" cy="3450613"/>
          </a:xfrm>
        </p:spPr>
        <p:txBody>
          <a:bodyPr/>
          <a:lstStyle/>
          <a:p>
            <a:r>
              <a:rPr lang="en-US" altLang="zh-CN" dirty="0"/>
              <a:t>data converting for Posture and Position </a:t>
            </a:r>
          </a:p>
          <a:p>
            <a:pPr marL="457200" lvl="1" indent="0">
              <a:buNone/>
            </a:pPr>
            <a:r>
              <a:rPr lang="en-US" altLang="zh-CN" dirty="0"/>
              <a:t>Recording the tag pose change and real pose change from the encoders of the joints on manipulator</a:t>
            </a:r>
          </a:p>
          <a:p>
            <a:pPr marL="457200" lvl="1" indent="0">
              <a:buNone/>
            </a:pPr>
            <a:r>
              <a:rPr lang="en-US" altLang="zh-CN" dirty="0"/>
              <a:t>AX = XB to</a:t>
            </a:r>
            <a:r>
              <a:rPr lang="zh-CN" altLang="en-US" dirty="0"/>
              <a:t> </a:t>
            </a:r>
            <a:r>
              <a:rPr lang="en-US" altLang="zh-CN" dirty="0"/>
              <a:t>calculate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transformation matrix X using the least square optimization</a:t>
            </a:r>
          </a:p>
          <a:p>
            <a:pPr marL="457200" lvl="1" indent="0">
              <a:buNone/>
            </a:pPr>
            <a:endParaRPr lang="en-US" altLang="zh-CN" dirty="0"/>
          </a:p>
        </p:txBody>
      </p:sp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29CA5001-3F27-9844-7474-0004D5B5A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520" y="2174005"/>
            <a:ext cx="4924461" cy="3267099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7E749E7C-54B0-12E2-8D9D-BB86DEAB49B0}"/>
              </a:ext>
            </a:extLst>
          </p:cNvPr>
          <p:cNvGrpSpPr/>
          <p:nvPr/>
        </p:nvGrpSpPr>
        <p:grpSpPr>
          <a:xfrm>
            <a:off x="5671862" y="2363137"/>
            <a:ext cx="1356462" cy="919725"/>
            <a:chOff x="4233894" y="2307925"/>
            <a:chExt cx="1356462" cy="919725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3FFE6865-607E-747E-A297-9321709E4812}"/>
                </a:ext>
              </a:extLst>
            </p:cNvPr>
            <p:cNvCxnSpPr/>
            <p:nvPr/>
          </p:nvCxnSpPr>
          <p:spPr>
            <a:xfrm>
              <a:off x="4912125" y="3227650"/>
              <a:ext cx="67823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8F6354A7-B692-E4BC-DDF6-2A7A79BC5C78}"/>
                </a:ext>
              </a:extLst>
            </p:cNvPr>
            <p:cNvCxnSpPr/>
            <p:nvPr/>
          </p:nvCxnSpPr>
          <p:spPr>
            <a:xfrm>
              <a:off x="4912125" y="2919823"/>
              <a:ext cx="67823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CCDD6A7E-ED4F-DBE6-7CAD-C4087E259489}"/>
                </a:ext>
              </a:extLst>
            </p:cNvPr>
            <p:cNvCxnSpPr/>
            <p:nvPr/>
          </p:nvCxnSpPr>
          <p:spPr>
            <a:xfrm>
              <a:off x="4912125" y="2307925"/>
              <a:ext cx="67823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C44EA2F2-EFF4-B554-C694-AB178EF64BC9}"/>
                </a:ext>
              </a:extLst>
            </p:cNvPr>
            <p:cNvCxnSpPr>
              <a:cxnSpLocks/>
            </p:cNvCxnSpPr>
            <p:nvPr/>
          </p:nvCxnSpPr>
          <p:spPr>
            <a:xfrm>
              <a:off x="4912125" y="2307925"/>
              <a:ext cx="0" cy="91972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CAE0C3A6-76CF-87D8-B5B3-91401177EB57}"/>
                </a:ext>
              </a:extLst>
            </p:cNvPr>
            <p:cNvCxnSpPr/>
            <p:nvPr/>
          </p:nvCxnSpPr>
          <p:spPr>
            <a:xfrm>
              <a:off x="4233894" y="2690719"/>
              <a:ext cx="67823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54487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72F0F74-C014-9541-BABA-8A80D90D1482}"/>
              </a:ext>
            </a:extLst>
          </p:cNvPr>
          <p:cNvSpPr txBox="1">
            <a:spLocks/>
          </p:cNvSpPr>
          <p:nvPr/>
        </p:nvSpPr>
        <p:spPr>
          <a:xfrm>
            <a:off x="1024034" y="2298658"/>
            <a:ext cx="4861410" cy="34506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data converting for force data converting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altLang="zh-CN" dirty="0"/>
              <a:t>Recording  </a:t>
            </a:r>
            <a:r>
              <a:rPr lang="en-US" altLang="zh-CN" dirty="0" err="1"/>
              <a:t>paxini</a:t>
            </a:r>
            <a:r>
              <a:rPr lang="en-US" altLang="zh-CN" dirty="0"/>
              <a:t> finger tip force data and 6D force data.</a:t>
            </a:r>
          </a:p>
          <a:p>
            <a:pPr marL="457200" lvl="1" indent="0">
              <a:buFont typeface="Arial" panose="020B0604020202020204" pitchFamily="34" charset="0"/>
              <a:buNone/>
            </a:pPr>
            <a:r>
              <a:rPr lang="en-US" altLang="zh-CN" dirty="0"/>
              <a:t>Using Universal Approximation Theorem to do the force mapping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altLang="zh-CN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0892C45-2B2F-4C5E-04C2-1D7A37A0C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6688" y="2161894"/>
            <a:ext cx="4924461" cy="3267099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FC2E736A-29AA-6108-51B2-713D9AF44080}"/>
              </a:ext>
            </a:extLst>
          </p:cNvPr>
          <p:cNvGrpSpPr/>
          <p:nvPr/>
        </p:nvGrpSpPr>
        <p:grpSpPr>
          <a:xfrm>
            <a:off x="5799030" y="2694754"/>
            <a:ext cx="1356462" cy="2658422"/>
            <a:chOff x="4233894" y="2391709"/>
            <a:chExt cx="1356462" cy="835941"/>
          </a:xfrm>
        </p:grpSpPr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13AEB11E-D419-379A-2E89-0D70631E6386}"/>
                </a:ext>
              </a:extLst>
            </p:cNvPr>
            <p:cNvCxnSpPr/>
            <p:nvPr/>
          </p:nvCxnSpPr>
          <p:spPr>
            <a:xfrm>
              <a:off x="4912125" y="3227650"/>
              <a:ext cx="67823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387E868E-716E-E321-DAD7-4F21FC3F9180}"/>
                </a:ext>
              </a:extLst>
            </p:cNvPr>
            <p:cNvCxnSpPr/>
            <p:nvPr/>
          </p:nvCxnSpPr>
          <p:spPr>
            <a:xfrm>
              <a:off x="4912125" y="2771409"/>
              <a:ext cx="67823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43771E2B-08CA-E8EC-FB61-E2EE3C2BF94C}"/>
                </a:ext>
              </a:extLst>
            </p:cNvPr>
            <p:cNvCxnSpPr/>
            <p:nvPr/>
          </p:nvCxnSpPr>
          <p:spPr>
            <a:xfrm>
              <a:off x="4912125" y="2673394"/>
              <a:ext cx="67823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990E4448-B1C1-A8B2-DB90-D97286E27D0C}"/>
                </a:ext>
              </a:extLst>
            </p:cNvPr>
            <p:cNvCxnSpPr>
              <a:cxnSpLocks/>
            </p:cNvCxnSpPr>
            <p:nvPr/>
          </p:nvCxnSpPr>
          <p:spPr>
            <a:xfrm>
              <a:off x="4912125" y="2391709"/>
              <a:ext cx="0" cy="835941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5CB4C80A-DEB8-E5C5-45AF-0984A9FEF56E}"/>
                </a:ext>
              </a:extLst>
            </p:cNvPr>
            <p:cNvCxnSpPr/>
            <p:nvPr/>
          </p:nvCxnSpPr>
          <p:spPr>
            <a:xfrm>
              <a:off x="4233894" y="2391709"/>
              <a:ext cx="67823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图片 13" descr="Multilayer Perceptron - an overview | ScienceDirect Topics">
            <a:extLst>
              <a:ext uri="{FF2B5EF4-FFF2-40B4-BE49-F238E27FC236}">
                <a16:creationId xmlns:a16="http://schemas.microsoft.com/office/drawing/2014/main" id="{22A3ECAE-7298-6674-F02D-07C51CBA6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7653" y="4428354"/>
            <a:ext cx="3107912" cy="222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42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6314C0-2F52-3EA6-B267-726966BBD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Step III: Manual script writing</a:t>
            </a:r>
            <a:br>
              <a:rPr lang="en-US" altLang="zh-CN" dirty="0"/>
            </a:br>
            <a:r>
              <a:rPr lang="en-US" altLang="zh-CN" dirty="0"/>
              <a:t>							in progress…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43B698E-0613-A1C3-AD29-87B88AF1F3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25127" y="2052460"/>
            <a:ext cx="2789294" cy="344963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3FF0CC5-961C-0430-894A-6C8A8EBA1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180" y="2008049"/>
            <a:ext cx="2693953" cy="348872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D5B5547-238E-4419-F6D9-260150B1A9A0}"/>
              </a:ext>
            </a:extLst>
          </p:cNvPr>
          <p:cNvSpPr txBox="1"/>
          <p:nvPr/>
        </p:nvSpPr>
        <p:spPr>
          <a:xfrm>
            <a:off x="10336959" y="5062506"/>
            <a:ext cx="623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CA3D0FF-3E69-CE0A-A599-52882234E3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3012" y="2066977"/>
            <a:ext cx="2640356" cy="3420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505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45DD7C-6137-EFCF-2BAC-E00F910CB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48881"/>
            <a:ext cx="9603275" cy="666851"/>
          </a:xfrm>
        </p:spPr>
        <p:txBody>
          <a:bodyPr>
            <a:normAutofit/>
          </a:bodyPr>
          <a:lstStyle/>
          <a:p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content overview</a:t>
            </a:r>
            <a:endParaRPr lang="zh-CN" altLang="en-US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B8BDA5-4993-C440-B5D3-74873CDF0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18785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Introduction and </a:t>
            </a:r>
            <a:r>
              <a:rPr lang="en-US" altLang="zh-CN"/>
              <a:t>motivation   (done)</a:t>
            </a:r>
            <a:endParaRPr lang="en-US" altLang="zh-CN" dirty="0"/>
          </a:p>
          <a:p>
            <a:r>
              <a:rPr lang="en-US" altLang="zh-CN" dirty="0"/>
              <a:t>Related work (literature review)   (done)</a:t>
            </a:r>
          </a:p>
          <a:p>
            <a:r>
              <a:rPr lang="en-US" altLang="zh-CN" dirty="0"/>
              <a:t>System overview – data categories, data collection and calibration  (done)</a:t>
            </a:r>
          </a:p>
          <a:p>
            <a:r>
              <a:rPr lang="en-US" altLang="zh-CN" dirty="0"/>
              <a:t>Demonstration interface design – the reasonability to collect some specific data and the process to collection  (done)</a:t>
            </a:r>
          </a:p>
          <a:p>
            <a:r>
              <a:rPr lang="en-US" altLang="zh-CN" dirty="0"/>
              <a:t>Demonstration to robot data conversion interface – theorem applied to do the conversion (done)</a:t>
            </a:r>
          </a:p>
          <a:p>
            <a:r>
              <a:rPr lang="en-US" altLang="zh-CN" dirty="0"/>
              <a:t>Experiment </a:t>
            </a:r>
          </a:p>
          <a:p>
            <a:r>
              <a:rPr lang="en-US" altLang="zh-CN" dirty="0"/>
              <a:t>Future work and limitation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1826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FB7ECD-FBD6-9A5F-CF9C-B730C8A9B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3134" y="1173912"/>
            <a:ext cx="11029073" cy="1049235"/>
          </a:xfrm>
        </p:spPr>
        <p:txBody>
          <a:bodyPr/>
          <a:lstStyle/>
          <a:p>
            <a:r>
              <a:rPr lang="en-US" altLang="zh-CN" dirty="0"/>
              <a:t>Step Vi: future work, imitation learning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F1FA84-C009-72D0-A70C-A7D3A029D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Strategy candidate: </a:t>
            </a:r>
            <a:r>
              <a:rPr lang="en-US" altLang="zh-CN" i="1" dirty="0"/>
              <a:t>diffusion policy </a:t>
            </a:r>
            <a:r>
              <a:rPr lang="en-US" altLang="zh-CN" dirty="0"/>
              <a:t>and ACT (action chunking with transformer)</a:t>
            </a:r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EC1538F-C829-4C25-EB86-720EA3D9D08B}"/>
              </a:ext>
            </a:extLst>
          </p:cNvPr>
          <p:cNvSpPr txBox="1"/>
          <p:nvPr/>
        </p:nvSpPr>
        <p:spPr>
          <a:xfrm>
            <a:off x="899615" y="2669124"/>
            <a:ext cx="1039277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Diffusion policy </a:t>
            </a:r>
            <a:r>
              <a:rPr lang="zh-CN" altLang="zh-CN" b="1" dirty="0"/>
              <a:t>Advantages</a:t>
            </a:r>
          </a:p>
          <a:p>
            <a:r>
              <a:rPr lang="zh-CN" altLang="zh-CN" dirty="0"/>
              <a:t>Models </a:t>
            </a:r>
            <a:r>
              <a:rPr lang="zh-CN" altLang="zh-CN" b="1" dirty="0"/>
              <a:t>multi-modal action distributions</a:t>
            </a:r>
            <a:r>
              <a:rPr lang="zh-CN" altLang="zh-CN" dirty="0"/>
              <a:t> instead of averaging different demonstrations. </a:t>
            </a:r>
          </a:p>
          <a:p>
            <a:r>
              <a:rPr lang="zh-CN" altLang="zh-CN" dirty="0"/>
              <a:t>Generates </a:t>
            </a:r>
            <a:r>
              <a:rPr lang="zh-CN" altLang="zh-CN" b="1" dirty="0"/>
              <a:t>smooth and coherent long-horizon trajectories</a:t>
            </a:r>
            <a:r>
              <a:rPr lang="zh-CN" altLang="zh-CN" dirty="0"/>
              <a:t>. </a:t>
            </a:r>
          </a:p>
          <a:p>
            <a:r>
              <a:rPr lang="zh-CN" altLang="zh-CN" dirty="0"/>
              <a:t>Produces actions that are </a:t>
            </a:r>
            <a:r>
              <a:rPr lang="zh-CN" altLang="zh-CN" b="1" dirty="0"/>
              <a:t>closer to expert demonstrations</a:t>
            </a:r>
            <a:r>
              <a:rPr lang="zh-CN" altLang="zh-CN" dirty="0"/>
              <a:t>, leading to more natural robot motions. </a:t>
            </a:r>
          </a:p>
          <a:p>
            <a:r>
              <a:rPr lang="zh-CN" altLang="zh-CN" dirty="0"/>
              <a:t>More robust than conventional behavior cloning for complex manipulation tasks. </a:t>
            </a:r>
          </a:p>
          <a:p>
            <a:r>
              <a:rPr lang="zh-CN" altLang="zh-CN" b="1" dirty="0"/>
              <a:t>Limitations</a:t>
            </a:r>
          </a:p>
          <a:p>
            <a:r>
              <a:rPr lang="zh-CN" altLang="zh-CN" dirty="0"/>
              <a:t>Still relies on the </a:t>
            </a:r>
            <a:r>
              <a:rPr lang="zh-CN" altLang="zh-CN" b="1" dirty="0"/>
              <a:t>training data distribution</a:t>
            </a:r>
            <a:r>
              <a:rPr lang="zh-CN" altLang="zh-CN" dirty="0"/>
              <a:t> and has limited out-of-distribution (OOD) generalization. </a:t>
            </a:r>
          </a:p>
          <a:p>
            <a:r>
              <a:rPr lang="zh-CN" altLang="zh-CN" dirty="0"/>
              <a:t>Does not inherently understand </a:t>
            </a:r>
            <a:r>
              <a:rPr lang="zh-CN" altLang="zh-CN" b="1" dirty="0"/>
              <a:t>task objectives</a:t>
            </a:r>
            <a:r>
              <a:rPr lang="zh-CN" altLang="zh-CN" dirty="0"/>
              <a:t>; it only imitates demonstrated behaviors. </a:t>
            </a:r>
          </a:p>
          <a:p>
            <a:r>
              <a:rPr lang="zh-CN" altLang="zh-CN" dirty="0"/>
              <a:t>Requires a relatively </a:t>
            </a:r>
            <a:r>
              <a:rPr lang="zh-CN" altLang="zh-CN" b="1" dirty="0"/>
              <a:t>large amount of demonstration data</a:t>
            </a:r>
            <a:r>
              <a:rPr lang="zh-CN" altLang="zh-CN" dirty="0"/>
              <a:t>. </a:t>
            </a:r>
          </a:p>
          <a:p>
            <a:r>
              <a:rPr lang="zh-CN" altLang="zh-CN" dirty="0"/>
              <a:t>Iterative denoising increases </a:t>
            </a:r>
            <a:r>
              <a:rPr lang="zh-CN" altLang="zh-CN" b="1" dirty="0"/>
              <a:t>inference latency</a:t>
            </a:r>
            <a:r>
              <a:rPr lang="zh-CN" altLang="zh-CN" dirty="0"/>
              <a:t> compared with one-step action prediction.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3732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E1D028-EA09-2AAD-0FB7-EB116D5D3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Acting chunking with transformer:</a:t>
            </a:r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EE962F-EE4A-CDF4-DEDA-26B6CC880EFA}"/>
              </a:ext>
            </a:extLst>
          </p:cNvPr>
          <p:cNvSpPr txBox="1"/>
          <p:nvPr/>
        </p:nvSpPr>
        <p:spPr>
          <a:xfrm>
            <a:off x="1681781" y="2576293"/>
            <a:ext cx="1039277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dirty="0"/>
              <a:t>Advantages</a:t>
            </a:r>
          </a:p>
          <a:p>
            <a:r>
              <a:rPr lang="zh-CN" altLang="zh-CN" dirty="0"/>
              <a:t>Efficient one-step prediction with low inference latency. </a:t>
            </a:r>
          </a:p>
          <a:p>
            <a:r>
              <a:rPr lang="zh-CN" altLang="zh-CN" dirty="0"/>
              <a:t>Predicts action chunks for smooth and stable control. </a:t>
            </a:r>
          </a:p>
          <a:p>
            <a:r>
              <a:rPr lang="zh-CN" altLang="zh-CN" dirty="0"/>
              <a:t>Simple training with deterministic regression. </a:t>
            </a:r>
          </a:p>
          <a:p>
            <a:r>
              <a:rPr lang="zh-CN" altLang="zh-CN" dirty="0"/>
              <a:t>Well suited for tasks with consistent expert demonstrations. </a:t>
            </a:r>
          </a:p>
          <a:p>
            <a:r>
              <a:rPr lang="zh-CN" altLang="zh-CN" b="1" dirty="0"/>
              <a:t>Limitations</a:t>
            </a:r>
          </a:p>
          <a:p>
            <a:r>
              <a:rPr lang="zh-CN" altLang="zh-CN" dirty="0"/>
              <a:t>Learns a deterministic mapping and tends to average multi-modal demonstrations. </a:t>
            </a:r>
          </a:p>
          <a:p>
            <a:r>
              <a:rPr lang="zh-CN" altLang="zh-CN" dirty="0"/>
              <a:t>Limited ability to model action uncertainty. </a:t>
            </a:r>
          </a:p>
          <a:p>
            <a:r>
              <a:rPr lang="zh-CN" altLang="zh-CN" dirty="0"/>
              <a:t>Performance degrades when multiple valid future actions exist. </a:t>
            </a:r>
          </a:p>
          <a:p>
            <a:r>
              <a:rPr lang="zh-CN" altLang="zh-CN" dirty="0"/>
              <a:t>More sensitive to distribution shifts (OOD) than generative policies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8298915"/>
      </p:ext>
    </p:extLst>
  </p:cSld>
  <p:clrMapOvr>
    <a:masterClrMapping/>
  </p:clrMapOvr>
</p:sld>
</file>

<file path=ppt/theme/theme1.xml><?xml version="1.0" encoding="utf-8"?>
<a:theme xmlns:a="http://schemas.openxmlformats.org/drawingml/2006/main" name="画廊">
  <a:themeElements>
    <a:clrScheme name="画廊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画廊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画廊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画廊">
  <a:themeElements>
    <a:clrScheme name="画廊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画廊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画廊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4559</TotalTime>
  <Words>467</Words>
  <Application>Microsoft Office PowerPoint</Application>
  <PresentationFormat>宽屏</PresentationFormat>
  <Paragraphs>62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等线</vt:lpstr>
      <vt:lpstr>等线 Light</vt:lpstr>
      <vt:lpstr>Arial</vt:lpstr>
      <vt:lpstr>Gill Sans MT</vt:lpstr>
      <vt:lpstr>Times New Roman</vt:lpstr>
      <vt:lpstr>画廊</vt:lpstr>
      <vt:lpstr>Office 主题​​</vt:lpstr>
      <vt:lpstr>1_画廊</vt:lpstr>
      <vt:lpstr>2026.7.7 group meeting</vt:lpstr>
      <vt:lpstr>content</vt:lpstr>
      <vt:lpstr>Step I. System structure overview</vt:lpstr>
      <vt:lpstr>PowerPoint 演示文稿</vt:lpstr>
      <vt:lpstr>Step II: Lab side for data converting</vt:lpstr>
      <vt:lpstr>PowerPoint 演示文稿</vt:lpstr>
      <vt:lpstr>Step III: Manual script writing        in progress…</vt:lpstr>
      <vt:lpstr>Paper content overview</vt:lpstr>
      <vt:lpstr>Step Vi: future work, imitation learning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灏锦 张</dc:creator>
  <cp:lastModifiedBy>灏锦 张</cp:lastModifiedBy>
  <cp:revision>1</cp:revision>
  <dcterms:created xsi:type="dcterms:W3CDTF">2026-07-03T07:41:51Z</dcterms:created>
  <dcterms:modified xsi:type="dcterms:W3CDTF">2026-07-09T08:26:42Z</dcterms:modified>
</cp:coreProperties>
</file>